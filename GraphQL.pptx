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2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21"/>
    <p:restoredTop sz="94667"/>
  </p:normalViewPr>
  <p:slideViewPr>
    <p:cSldViewPr snapToGrid="0">
      <p:cViewPr varScale="1">
        <p:scale>
          <a:sx n="88" d="100"/>
          <a:sy n="88" d="100"/>
        </p:scale>
        <p:origin x="184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ata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image" Target="../media/image1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rawing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3_2">
  <dgm:title val=""/>
  <dgm:desc val=""/>
  <dgm:catLst>
    <dgm:cat type="accent3" pri="13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65409EE-ED78-4232-A8DC-1BFE6170F91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3_2" csCatId="accent3" phldr="1"/>
      <dgm:spPr/>
      <dgm:t>
        <a:bodyPr/>
        <a:lstStyle/>
        <a:p>
          <a:endParaRPr lang="en-US"/>
        </a:p>
      </dgm:t>
    </dgm:pt>
    <dgm:pt modelId="{586A0749-6520-42DE-AE2D-3139BCDA84F4}">
      <dgm:prSet/>
      <dgm:spPr/>
      <dgm:t>
        <a:bodyPr/>
        <a:lstStyle/>
        <a:p>
          <a:r>
            <a:rPr lang="es-PE" b="0" i="0" dirty="0"/>
            <a:t>Sobrecarga de Datos (Over-fetching)</a:t>
          </a:r>
          <a:endParaRPr lang="en-US" dirty="0"/>
        </a:p>
      </dgm:t>
    </dgm:pt>
    <dgm:pt modelId="{5ED430F5-E6F9-4898-A6F4-A19A987641C5}" type="parTrans" cxnId="{244A2A0B-EC23-492F-B221-4CF860763105}">
      <dgm:prSet/>
      <dgm:spPr/>
      <dgm:t>
        <a:bodyPr/>
        <a:lstStyle/>
        <a:p>
          <a:endParaRPr lang="en-US"/>
        </a:p>
      </dgm:t>
    </dgm:pt>
    <dgm:pt modelId="{6F11275C-EE07-495F-A94D-3C830DB97743}" type="sibTrans" cxnId="{244A2A0B-EC23-492F-B221-4CF860763105}">
      <dgm:prSet/>
      <dgm:spPr/>
      <dgm:t>
        <a:bodyPr/>
        <a:lstStyle/>
        <a:p>
          <a:endParaRPr lang="en-US"/>
        </a:p>
      </dgm:t>
    </dgm:pt>
    <dgm:pt modelId="{4AC8DC10-0E40-420D-90F5-F178294B7FDA}">
      <dgm:prSet/>
      <dgm:spPr/>
      <dgm:t>
        <a:bodyPr/>
        <a:lstStyle/>
        <a:p>
          <a:r>
            <a:rPr lang="es-PE" b="0" i="0"/>
            <a:t>Falta de Flexibilidad (Under-fetching)</a:t>
          </a:r>
          <a:endParaRPr lang="en-US"/>
        </a:p>
      </dgm:t>
    </dgm:pt>
    <dgm:pt modelId="{4734641A-A259-49C3-AC79-E55592DE582B}" type="parTrans" cxnId="{13D03C69-66D6-45E2-BDD6-EAB4C9200C7B}">
      <dgm:prSet/>
      <dgm:spPr/>
      <dgm:t>
        <a:bodyPr/>
        <a:lstStyle/>
        <a:p>
          <a:endParaRPr lang="en-US"/>
        </a:p>
      </dgm:t>
    </dgm:pt>
    <dgm:pt modelId="{DDF2DBF5-9ED0-46AB-95BC-00512F829CB2}" type="sibTrans" cxnId="{13D03C69-66D6-45E2-BDD6-EAB4C9200C7B}">
      <dgm:prSet/>
      <dgm:spPr/>
      <dgm:t>
        <a:bodyPr/>
        <a:lstStyle/>
        <a:p>
          <a:endParaRPr lang="en-US"/>
        </a:p>
      </dgm:t>
    </dgm:pt>
    <dgm:pt modelId="{0C6054A7-D9AC-4002-86EF-655B8662A5CB}">
      <dgm:prSet/>
      <dgm:spPr/>
      <dgm:t>
        <a:bodyPr/>
        <a:lstStyle/>
        <a:p>
          <a:r>
            <a:rPr lang="es-PE" b="0" i="0"/>
            <a:t>Escalabilidad de Endpoints</a:t>
          </a:r>
          <a:endParaRPr lang="en-US"/>
        </a:p>
      </dgm:t>
    </dgm:pt>
    <dgm:pt modelId="{F2473737-13EA-48D9-A5AD-67B402D1A489}" type="parTrans" cxnId="{7D4E6165-30A9-4B24-A9DC-43FC1F058316}">
      <dgm:prSet/>
      <dgm:spPr/>
      <dgm:t>
        <a:bodyPr/>
        <a:lstStyle/>
        <a:p>
          <a:endParaRPr lang="en-US"/>
        </a:p>
      </dgm:t>
    </dgm:pt>
    <dgm:pt modelId="{3672DC27-874E-4DBF-90D3-C509D044FAE2}" type="sibTrans" cxnId="{7D4E6165-30A9-4B24-A9DC-43FC1F058316}">
      <dgm:prSet/>
      <dgm:spPr/>
      <dgm:t>
        <a:bodyPr/>
        <a:lstStyle/>
        <a:p>
          <a:endParaRPr lang="en-US"/>
        </a:p>
      </dgm:t>
    </dgm:pt>
    <dgm:pt modelId="{D41FD657-6DEC-4D83-AE8E-F541F81993F6}" type="pres">
      <dgm:prSet presAssocID="{365409EE-ED78-4232-A8DC-1BFE6170F918}" presName="root" presStyleCnt="0">
        <dgm:presLayoutVars>
          <dgm:dir/>
          <dgm:resizeHandles val="exact"/>
        </dgm:presLayoutVars>
      </dgm:prSet>
      <dgm:spPr/>
    </dgm:pt>
    <dgm:pt modelId="{D9D5C452-65CB-4209-9FD5-2EC37D8B23DE}" type="pres">
      <dgm:prSet presAssocID="{586A0749-6520-42DE-AE2D-3139BCDA84F4}" presName="compNode" presStyleCnt="0"/>
      <dgm:spPr/>
    </dgm:pt>
    <dgm:pt modelId="{B08B5AE9-D07C-4F6A-B2A1-16A74D59B43D}" type="pres">
      <dgm:prSet presAssocID="{586A0749-6520-42DE-AE2D-3139BCDA84F4}" presName="bgRect" presStyleLbl="bgShp" presStyleIdx="0" presStyleCnt="3"/>
      <dgm:spPr/>
    </dgm:pt>
    <dgm:pt modelId="{55072AC3-891C-410F-B71E-D16CCE6DFA87}" type="pres">
      <dgm:prSet presAssocID="{586A0749-6520-42DE-AE2D-3139BCDA84F4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ador"/>
        </a:ext>
      </dgm:extLst>
    </dgm:pt>
    <dgm:pt modelId="{47E7709B-62C8-4614-9C81-3C51F00F1E6D}" type="pres">
      <dgm:prSet presAssocID="{586A0749-6520-42DE-AE2D-3139BCDA84F4}" presName="spaceRect" presStyleCnt="0"/>
      <dgm:spPr/>
    </dgm:pt>
    <dgm:pt modelId="{F7A2D392-E52A-4F38-8C94-85DE4FEE6B0E}" type="pres">
      <dgm:prSet presAssocID="{586A0749-6520-42DE-AE2D-3139BCDA84F4}" presName="parTx" presStyleLbl="revTx" presStyleIdx="0" presStyleCnt="3">
        <dgm:presLayoutVars>
          <dgm:chMax val="0"/>
          <dgm:chPref val="0"/>
        </dgm:presLayoutVars>
      </dgm:prSet>
      <dgm:spPr/>
    </dgm:pt>
    <dgm:pt modelId="{929C8030-1AF0-4F53-B99D-2E42BCA16460}" type="pres">
      <dgm:prSet presAssocID="{6F11275C-EE07-495F-A94D-3C830DB97743}" presName="sibTrans" presStyleCnt="0"/>
      <dgm:spPr/>
    </dgm:pt>
    <dgm:pt modelId="{02ADA456-115E-4843-AE1E-0EE07BF606E0}" type="pres">
      <dgm:prSet presAssocID="{4AC8DC10-0E40-420D-90F5-F178294B7FDA}" presName="compNode" presStyleCnt="0"/>
      <dgm:spPr/>
    </dgm:pt>
    <dgm:pt modelId="{91BC2AC6-5E58-4DA4-A6F5-E3A9C771FEA1}" type="pres">
      <dgm:prSet presAssocID="{4AC8DC10-0E40-420D-90F5-F178294B7FDA}" presName="bgRect" presStyleLbl="bgShp" presStyleIdx="1" presStyleCnt="3"/>
      <dgm:spPr/>
    </dgm:pt>
    <dgm:pt modelId="{E1B74625-3101-4B3B-8197-F89F9D4AEDF6}" type="pres">
      <dgm:prSet presAssocID="{4AC8DC10-0E40-420D-90F5-F178294B7FD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ille"/>
        </a:ext>
      </dgm:extLst>
    </dgm:pt>
    <dgm:pt modelId="{F5F670F2-50A9-4E23-BD73-373BE72858C8}" type="pres">
      <dgm:prSet presAssocID="{4AC8DC10-0E40-420D-90F5-F178294B7FDA}" presName="spaceRect" presStyleCnt="0"/>
      <dgm:spPr/>
    </dgm:pt>
    <dgm:pt modelId="{B6B2A701-DC7A-4148-A5E2-ED26B114D3E3}" type="pres">
      <dgm:prSet presAssocID="{4AC8DC10-0E40-420D-90F5-F178294B7FDA}" presName="parTx" presStyleLbl="revTx" presStyleIdx="1" presStyleCnt="3">
        <dgm:presLayoutVars>
          <dgm:chMax val="0"/>
          <dgm:chPref val="0"/>
        </dgm:presLayoutVars>
      </dgm:prSet>
      <dgm:spPr/>
    </dgm:pt>
    <dgm:pt modelId="{7A26AEBA-196A-44E8-A356-7F7DEC8EBD0B}" type="pres">
      <dgm:prSet presAssocID="{DDF2DBF5-9ED0-46AB-95BC-00512F829CB2}" presName="sibTrans" presStyleCnt="0"/>
      <dgm:spPr/>
    </dgm:pt>
    <dgm:pt modelId="{253ECE5D-DFA1-4212-871B-BD2A9DBBF610}" type="pres">
      <dgm:prSet presAssocID="{0C6054A7-D9AC-4002-86EF-655B8662A5CB}" presName="compNode" presStyleCnt="0"/>
      <dgm:spPr/>
    </dgm:pt>
    <dgm:pt modelId="{D4784381-C769-4EAD-BDDA-EDD28339B035}" type="pres">
      <dgm:prSet presAssocID="{0C6054A7-D9AC-4002-86EF-655B8662A5CB}" presName="bgRect" presStyleLbl="bgShp" presStyleIdx="2" presStyleCnt="3"/>
      <dgm:spPr/>
    </dgm:pt>
    <dgm:pt modelId="{7E6B53D0-CEC3-4F4F-BFB0-7A0AAD8D3C7E}" type="pres">
      <dgm:prSet presAssocID="{0C6054A7-D9AC-4002-86EF-655B8662A5CB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E91A84AD-9177-4A50-AF1A-19074377586F}" type="pres">
      <dgm:prSet presAssocID="{0C6054A7-D9AC-4002-86EF-655B8662A5CB}" presName="spaceRect" presStyleCnt="0"/>
      <dgm:spPr/>
    </dgm:pt>
    <dgm:pt modelId="{328369D3-E8CB-4ED4-A346-6C5A50E8B467}" type="pres">
      <dgm:prSet presAssocID="{0C6054A7-D9AC-4002-86EF-655B8662A5CB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E186800-6196-4B16-8414-31BCEA7CB053}" type="presOf" srcId="{0C6054A7-D9AC-4002-86EF-655B8662A5CB}" destId="{328369D3-E8CB-4ED4-A346-6C5A50E8B467}" srcOrd="0" destOrd="0" presId="urn:microsoft.com/office/officeart/2018/2/layout/IconVerticalSolidList"/>
    <dgm:cxn modelId="{244A2A0B-EC23-492F-B221-4CF860763105}" srcId="{365409EE-ED78-4232-A8DC-1BFE6170F918}" destId="{586A0749-6520-42DE-AE2D-3139BCDA84F4}" srcOrd="0" destOrd="0" parTransId="{5ED430F5-E6F9-4898-A6F4-A19A987641C5}" sibTransId="{6F11275C-EE07-495F-A94D-3C830DB97743}"/>
    <dgm:cxn modelId="{AA4CB74A-D6DA-476F-951E-DD9AA6426C85}" type="presOf" srcId="{4AC8DC10-0E40-420D-90F5-F178294B7FDA}" destId="{B6B2A701-DC7A-4148-A5E2-ED26B114D3E3}" srcOrd="0" destOrd="0" presId="urn:microsoft.com/office/officeart/2018/2/layout/IconVerticalSolidList"/>
    <dgm:cxn modelId="{E333E359-082A-4CFE-BE09-19CC1FE649BE}" type="presOf" srcId="{586A0749-6520-42DE-AE2D-3139BCDA84F4}" destId="{F7A2D392-E52A-4F38-8C94-85DE4FEE6B0E}" srcOrd="0" destOrd="0" presId="urn:microsoft.com/office/officeart/2018/2/layout/IconVerticalSolidList"/>
    <dgm:cxn modelId="{7D4E6165-30A9-4B24-A9DC-43FC1F058316}" srcId="{365409EE-ED78-4232-A8DC-1BFE6170F918}" destId="{0C6054A7-D9AC-4002-86EF-655B8662A5CB}" srcOrd="2" destOrd="0" parTransId="{F2473737-13EA-48D9-A5AD-67B402D1A489}" sibTransId="{3672DC27-874E-4DBF-90D3-C509D044FAE2}"/>
    <dgm:cxn modelId="{13D03C69-66D6-45E2-BDD6-EAB4C9200C7B}" srcId="{365409EE-ED78-4232-A8DC-1BFE6170F918}" destId="{4AC8DC10-0E40-420D-90F5-F178294B7FDA}" srcOrd="1" destOrd="0" parTransId="{4734641A-A259-49C3-AC79-E55592DE582B}" sibTransId="{DDF2DBF5-9ED0-46AB-95BC-00512F829CB2}"/>
    <dgm:cxn modelId="{27D5EB76-59BB-4A0E-8138-94B7128C8848}" type="presOf" srcId="{365409EE-ED78-4232-A8DC-1BFE6170F918}" destId="{D41FD657-6DEC-4D83-AE8E-F541F81993F6}" srcOrd="0" destOrd="0" presId="urn:microsoft.com/office/officeart/2018/2/layout/IconVerticalSolidList"/>
    <dgm:cxn modelId="{702453BB-1D87-4FEB-AA7F-F07967A9D260}" type="presParOf" srcId="{D41FD657-6DEC-4D83-AE8E-F541F81993F6}" destId="{D9D5C452-65CB-4209-9FD5-2EC37D8B23DE}" srcOrd="0" destOrd="0" presId="urn:microsoft.com/office/officeart/2018/2/layout/IconVerticalSolidList"/>
    <dgm:cxn modelId="{1EF7136C-8A09-4B43-B72A-289C262888FA}" type="presParOf" srcId="{D9D5C452-65CB-4209-9FD5-2EC37D8B23DE}" destId="{B08B5AE9-D07C-4F6A-B2A1-16A74D59B43D}" srcOrd="0" destOrd="0" presId="urn:microsoft.com/office/officeart/2018/2/layout/IconVerticalSolidList"/>
    <dgm:cxn modelId="{DAECCCF2-49AB-406D-9E7B-7542D8F1D8F5}" type="presParOf" srcId="{D9D5C452-65CB-4209-9FD5-2EC37D8B23DE}" destId="{55072AC3-891C-410F-B71E-D16CCE6DFA87}" srcOrd="1" destOrd="0" presId="urn:microsoft.com/office/officeart/2018/2/layout/IconVerticalSolidList"/>
    <dgm:cxn modelId="{32B603A1-5C64-4043-AD27-051FA8456CAF}" type="presParOf" srcId="{D9D5C452-65CB-4209-9FD5-2EC37D8B23DE}" destId="{47E7709B-62C8-4614-9C81-3C51F00F1E6D}" srcOrd="2" destOrd="0" presId="urn:microsoft.com/office/officeart/2018/2/layout/IconVerticalSolidList"/>
    <dgm:cxn modelId="{DE002180-445F-486F-B0B0-74405728D1E9}" type="presParOf" srcId="{D9D5C452-65CB-4209-9FD5-2EC37D8B23DE}" destId="{F7A2D392-E52A-4F38-8C94-85DE4FEE6B0E}" srcOrd="3" destOrd="0" presId="urn:microsoft.com/office/officeart/2018/2/layout/IconVerticalSolidList"/>
    <dgm:cxn modelId="{D20F72E9-2094-4031-89F1-C47713135151}" type="presParOf" srcId="{D41FD657-6DEC-4D83-AE8E-F541F81993F6}" destId="{929C8030-1AF0-4F53-B99D-2E42BCA16460}" srcOrd="1" destOrd="0" presId="urn:microsoft.com/office/officeart/2018/2/layout/IconVerticalSolidList"/>
    <dgm:cxn modelId="{D78DC768-245D-49DF-868D-CCB5FE568FCD}" type="presParOf" srcId="{D41FD657-6DEC-4D83-AE8E-F541F81993F6}" destId="{02ADA456-115E-4843-AE1E-0EE07BF606E0}" srcOrd="2" destOrd="0" presId="urn:microsoft.com/office/officeart/2018/2/layout/IconVerticalSolidList"/>
    <dgm:cxn modelId="{46914ED8-C693-4A5D-8ACC-A1E53EDA76E8}" type="presParOf" srcId="{02ADA456-115E-4843-AE1E-0EE07BF606E0}" destId="{91BC2AC6-5E58-4DA4-A6F5-E3A9C771FEA1}" srcOrd="0" destOrd="0" presId="urn:microsoft.com/office/officeart/2018/2/layout/IconVerticalSolidList"/>
    <dgm:cxn modelId="{71C3004A-3226-4540-AD07-0509CFDA9D14}" type="presParOf" srcId="{02ADA456-115E-4843-AE1E-0EE07BF606E0}" destId="{E1B74625-3101-4B3B-8197-F89F9D4AEDF6}" srcOrd="1" destOrd="0" presId="urn:microsoft.com/office/officeart/2018/2/layout/IconVerticalSolidList"/>
    <dgm:cxn modelId="{CAA99B21-410B-4414-994C-F02A43A0AE7A}" type="presParOf" srcId="{02ADA456-115E-4843-AE1E-0EE07BF606E0}" destId="{F5F670F2-50A9-4E23-BD73-373BE72858C8}" srcOrd="2" destOrd="0" presId="urn:microsoft.com/office/officeart/2018/2/layout/IconVerticalSolidList"/>
    <dgm:cxn modelId="{CBE444AC-6A46-48C1-9E66-34E4736C508C}" type="presParOf" srcId="{02ADA456-115E-4843-AE1E-0EE07BF606E0}" destId="{B6B2A701-DC7A-4148-A5E2-ED26B114D3E3}" srcOrd="3" destOrd="0" presId="urn:microsoft.com/office/officeart/2018/2/layout/IconVerticalSolidList"/>
    <dgm:cxn modelId="{EBAE7C6D-54CC-4D3D-A4DB-FCB7D0591A46}" type="presParOf" srcId="{D41FD657-6DEC-4D83-AE8E-F541F81993F6}" destId="{7A26AEBA-196A-44E8-A356-7F7DEC8EBD0B}" srcOrd="3" destOrd="0" presId="urn:microsoft.com/office/officeart/2018/2/layout/IconVerticalSolidList"/>
    <dgm:cxn modelId="{6C6ED478-B1A5-44C2-B1F4-A36AF859305F}" type="presParOf" srcId="{D41FD657-6DEC-4D83-AE8E-F541F81993F6}" destId="{253ECE5D-DFA1-4212-871B-BD2A9DBBF610}" srcOrd="4" destOrd="0" presId="urn:microsoft.com/office/officeart/2018/2/layout/IconVerticalSolidList"/>
    <dgm:cxn modelId="{09F250D1-EB94-494B-9E7A-30F2EEC960B5}" type="presParOf" srcId="{253ECE5D-DFA1-4212-871B-BD2A9DBBF610}" destId="{D4784381-C769-4EAD-BDDA-EDD28339B035}" srcOrd="0" destOrd="0" presId="urn:microsoft.com/office/officeart/2018/2/layout/IconVerticalSolidList"/>
    <dgm:cxn modelId="{112C4C09-19B1-44F9-945F-BC3E92DC6AF3}" type="presParOf" srcId="{253ECE5D-DFA1-4212-871B-BD2A9DBBF610}" destId="{7E6B53D0-CEC3-4F4F-BFB0-7A0AAD8D3C7E}" srcOrd="1" destOrd="0" presId="urn:microsoft.com/office/officeart/2018/2/layout/IconVerticalSolidList"/>
    <dgm:cxn modelId="{C6634E24-7859-48E2-B8EB-4F6BF1F462BF}" type="presParOf" srcId="{253ECE5D-DFA1-4212-871B-BD2A9DBBF610}" destId="{E91A84AD-9177-4A50-AF1A-19074377586F}" srcOrd="2" destOrd="0" presId="urn:microsoft.com/office/officeart/2018/2/layout/IconVerticalSolidList"/>
    <dgm:cxn modelId="{4B66B47A-80C5-49E5-9931-9023C34A6A47}" type="presParOf" srcId="{253ECE5D-DFA1-4212-871B-BD2A9DBBF610}" destId="{328369D3-E8CB-4ED4-A346-6C5A50E8B46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1AEDD7C-EEEF-4935-9B59-3E486C1DADC2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07938A3-756E-40B6-B2D4-D1503632641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PE" b="0" i="0" baseline="0"/>
            <a:t>Consultas más específicas.</a:t>
          </a:r>
          <a:endParaRPr lang="en-US"/>
        </a:p>
      </dgm:t>
    </dgm:pt>
    <dgm:pt modelId="{D0B8CA12-8511-4C85-819E-C7A502D4765E}" type="parTrans" cxnId="{EAA4C687-D4CB-43EA-A9A5-79893EEB11DE}">
      <dgm:prSet/>
      <dgm:spPr/>
      <dgm:t>
        <a:bodyPr/>
        <a:lstStyle/>
        <a:p>
          <a:endParaRPr lang="en-US"/>
        </a:p>
      </dgm:t>
    </dgm:pt>
    <dgm:pt modelId="{8687E7BC-4D15-4C95-A89C-FA2C943C6F35}" type="sibTrans" cxnId="{EAA4C687-D4CB-43EA-A9A5-79893EEB11DE}">
      <dgm:prSet/>
      <dgm:spPr/>
      <dgm:t>
        <a:bodyPr/>
        <a:lstStyle/>
        <a:p>
          <a:endParaRPr lang="en-US"/>
        </a:p>
      </dgm:t>
    </dgm:pt>
    <dgm:pt modelId="{15AE864C-B608-4100-ACD3-53478D7639F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PE" b="0" i="0" baseline="0"/>
            <a:t>Menos sobrecarga de datos.</a:t>
          </a:r>
          <a:endParaRPr lang="en-US"/>
        </a:p>
      </dgm:t>
    </dgm:pt>
    <dgm:pt modelId="{7E292492-B972-4C39-AE72-CED43693F268}" type="parTrans" cxnId="{BE330806-C117-4257-91BB-7EF5B02276C6}">
      <dgm:prSet/>
      <dgm:spPr/>
      <dgm:t>
        <a:bodyPr/>
        <a:lstStyle/>
        <a:p>
          <a:endParaRPr lang="en-US"/>
        </a:p>
      </dgm:t>
    </dgm:pt>
    <dgm:pt modelId="{651A103A-0854-43D8-ACD7-A1AA8937F290}" type="sibTrans" cxnId="{BE330806-C117-4257-91BB-7EF5B02276C6}">
      <dgm:prSet/>
      <dgm:spPr/>
      <dgm:t>
        <a:bodyPr/>
        <a:lstStyle/>
        <a:p>
          <a:endParaRPr lang="en-US"/>
        </a:p>
      </dgm:t>
    </dgm:pt>
    <dgm:pt modelId="{E6732F7A-D248-45BC-9817-170C10CB3FB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PE" b="0" i="0" baseline="0"/>
            <a:t>Consultas complejas en una sola petición.</a:t>
          </a:r>
          <a:endParaRPr lang="en-US"/>
        </a:p>
      </dgm:t>
    </dgm:pt>
    <dgm:pt modelId="{3ED227E1-586E-4F9B-B924-83C8814E47C0}" type="parTrans" cxnId="{AFBF4C8F-B636-4D9B-92D8-3023D3A67523}">
      <dgm:prSet/>
      <dgm:spPr/>
      <dgm:t>
        <a:bodyPr/>
        <a:lstStyle/>
        <a:p>
          <a:endParaRPr lang="en-US"/>
        </a:p>
      </dgm:t>
    </dgm:pt>
    <dgm:pt modelId="{922B871A-5ED0-42C6-96CD-46A7D69B2041}" type="sibTrans" cxnId="{AFBF4C8F-B636-4D9B-92D8-3023D3A67523}">
      <dgm:prSet/>
      <dgm:spPr/>
      <dgm:t>
        <a:bodyPr/>
        <a:lstStyle/>
        <a:p>
          <a:endParaRPr lang="en-US"/>
        </a:p>
      </dgm:t>
    </dgm:pt>
    <dgm:pt modelId="{FE507CA9-6554-4247-A118-5FA2B5806638}" type="pres">
      <dgm:prSet presAssocID="{E1AEDD7C-EEEF-4935-9B59-3E486C1DADC2}" presName="root" presStyleCnt="0">
        <dgm:presLayoutVars>
          <dgm:dir/>
          <dgm:resizeHandles val="exact"/>
        </dgm:presLayoutVars>
      </dgm:prSet>
      <dgm:spPr/>
    </dgm:pt>
    <dgm:pt modelId="{98D750B5-D821-48E1-86A1-D53522F6E535}" type="pres">
      <dgm:prSet presAssocID="{907938A3-756E-40B6-B2D4-D15036326413}" presName="compNode" presStyleCnt="0"/>
      <dgm:spPr/>
    </dgm:pt>
    <dgm:pt modelId="{C2EC356B-0004-4D01-8D46-9D2A570AB16A}" type="pres">
      <dgm:prSet presAssocID="{907938A3-756E-40B6-B2D4-D15036326413}" presName="iconBgRect" presStyleLbl="bgShp" presStyleIdx="0" presStyleCnt="3"/>
      <dgm:spPr/>
    </dgm:pt>
    <dgm:pt modelId="{B315D1D5-F0E1-4C65-B00D-B41922701DB7}" type="pres">
      <dgm:prSet presAssocID="{907938A3-756E-40B6-B2D4-D15036326413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eo"/>
        </a:ext>
      </dgm:extLst>
    </dgm:pt>
    <dgm:pt modelId="{2D0EA101-8B29-4DE9-8FAF-330730249C48}" type="pres">
      <dgm:prSet presAssocID="{907938A3-756E-40B6-B2D4-D15036326413}" presName="spaceRect" presStyleCnt="0"/>
      <dgm:spPr/>
    </dgm:pt>
    <dgm:pt modelId="{FA623FB4-1E6E-40C8-87E9-3B59FB72D549}" type="pres">
      <dgm:prSet presAssocID="{907938A3-756E-40B6-B2D4-D15036326413}" presName="textRect" presStyleLbl="revTx" presStyleIdx="0" presStyleCnt="3">
        <dgm:presLayoutVars>
          <dgm:chMax val="1"/>
          <dgm:chPref val="1"/>
        </dgm:presLayoutVars>
      </dgm:prSet>
      <dgm:spPr/>
    </dgm:pt>
    <dgm:pt modelId="{5553D23A-4836-4171-8864-BD55CCED3B53}" type="pres">
      <dgm:prSet presAssocID="{8687E7BC-4D15-4C95-A89C-FA2C943C6F35}" presName="sibTrans" presStyleCnt="0"/>
      <dgm:spPr/>
    </dgm:pt>
    <dgm:pt modelId="{A51BCB71-E6FC-41DF-BB7E-951880647252}" type="pres">
      <dgm:prSet presAssocID="{15AE864C-B608-4100-ACD3-53478D7639FB}" presName="compNode" presStyleCnt="0"/>
      <dgm:spPr/>
    </dgm:pt>
    <dgm:pt modelId="{152C2634-A8C9-4D41-914A-715967653AA5}" type="pres">
      <dgm:prSet presAssocID="{15AE864C-B608-4100-ACD3-53478D7639FB}" presName="iconBgRect" presStyleLbl="bgShp" presStyleIdx="1" presStyleCnt="3"/>
      <dgm:spPr/>
    </dgm:pt>
    <dgm:pt modelId="{FB8069E0-5080-4A5A-BB4E-F8A629818DB9}" type="pres">
      <dgm:prSet presAssocID="{15AE864C-B608-4100-ACD3-53478D7639FB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27DA880B-6CCB-4CC3-AE88-70DD7F0CBBE3}" type="pres">
      <dgm:prSet presAssocID="{15AE864C-B608-4100-ACD3-53478D7639FB}" presName="spaceRect" presStyleCnt="0"/>
      <dgm:spPr/>
    </dgm:pt>
    <dgm:pt modelId="{AA553E42-A36D-484C-BB46-EBE60A2590F1}" type="pres">
      <dgm:prSet presAssocID="{15AE864C-B608-4100-ACD3-53478D7639FB}" presName="textRect" presStyleLbl="revTx" presStyleIdx="1" presStyleCnt="3">
        <dgm:presLayoutVars>
          <dgm:chMax val="1"/>
          <dgm:chPref val="1"/>
        </dgm:presLayoutVars>
      </dgm:prSet>
      <dgm:spPr/>
    </dgm:pt>
    <dgm:pt modelId="{0B22E42C-C1F0-471D-B0F5-4CBE2D2E784D}" type="pres">
      <dgm:prSet presAssocID="{651A103A-0854-43D8-ACD7-A1AA8937F290}" presName="sibTrans" presStyleCnt="0"/>
      <dgm:spPr/>
    </dgm:pt>
    <dgm:pt modelId="{B595D29E-3204-422F-B653-4AD8FAD40658}" type="pres">
      <dgm:prSet presAssocID="{E6732F7A-D248-45BC-9817-170C10CB3FB4}" presName="compNode" presStyleCnt="0"/>
      <dgm:spPr/>
    </dgm:pt>
    <dgm:pt modelId="{285EFDB1-4E8D-4E6C-BCBD-824E2A9F6770}" type="pres">
      <dgm:prSet presAssocID="{E6732F7A-D248-45BC-9817-170C10CB3FB4}" presName="iconBgRect" presStyleLbl="bgShp" presStyleIdx="2" presStyleCnt="3"/>
      <dgm:spPr/>
    </dgm:pt>
    <dgm:pt modelId="{99D62965-A1DA-4CB5-8285-DDB26734B589}" type="pres">
      <dgm:prSet presAssocID="{E6732F7A-D248-45BC-9817-170C10CB3FB4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56A2D787-94A3-4A01-B7FB-4E2032C6D518}" type="pres">
      <dgm:prSet presAssocID="{E6732F7A-D248-45BC-9817-170C10CB3FB4}" presName="spaceRect" presStyleCnt="0"/>
      <dgm:spPr/>
    </dgm:pt>
    <dgm:pt modelId="{DF4BB2CC-8E8A-48E9-B7E0-387C4F1E32BD}" type="pres">
      <dgm:prSet presAssocID="{E6732F7A-D248-45BC-9817-170C10CB3FB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BE330806-C117-4257-91BB-7EF5B02276C6}" srcId="{E1AEDD7C-EEEF-4935-9B59-3E486C1DADC2}" destId="{15AE864C-B608-4100-ACD3-53478D7639FB}" srcOrd="1" destOrd="0" parTransId="{7E292492-B972-4C39-AE72-CED43693F268}" sibTransId="{651A103A-0854-43D8-ACD7-A1AA8937F290}"/>
    <dgm:cxn modelId="{EAA4C687-D4CB-43EA-A9A5-79893EEB11DE}" srcId="{E1AEDD7C-EEEF-4935-9B59-3E486C1DADC2}" destId="{907938A3-756E-40B6-B2D4-D15036326413}" srcOrd="0" destOrd="0" parTransId="{D0B8CA12-8511-4C85-819E-C7A502D4765E}" sibTransId="{8687E7BC-4D15-4C95-A89C-FA2C943C6F35}"/>
    <dgm:cxn modelId="{AFBF4C8F-B636-4D9B-92D8-3023D3A67523}" srcId="{E1AEDD7C-EEEF-4935-9B59-3E486C1DADC2}" destId="{E6732F7A-D248-45BC-9817-170C10CB3FB4}" srcOrd="2" destOrd="0" parTransId="{3ED227E1-586E-4F9B-B924-83C8814E47C0}" sibTransId="{922B871A-5ED0-42C6-96CD-46A7D69B2041}"/>
    <dgm:cxn modelId="{AAFDC096-D468-644C-82C5-8227612813F2}" type="presOf" srcId="{15AE864C-B608-4100-ACD3-53478D7639FB}" destId="{AA553E42-A36D-484C-BB46-EBE60A2590F1}" srcOrd="0" destOrd="0" presId="urn:microsoft.com/office/officeart/2018/5/layout/IconCircleLabelList"/>
    <dgm:cxn modelId="{55CCC7B4-355A-4549-AA9F-6E6FDB714545}" type="presOf" srcId="{E1AEDD7C-EEEF-4935-9B59-3E486C1DADC2}" destId="{FE507CA9-6554-4247-A118-5FA2B5806638}" srcOrd="0" destOrd="0" presId="urn:microsoft.com/office/officeart/2018/5/layout/IconCircleLabelList"/>
    <dgm:cxn modelId="{2FEDC9CA-ECF7-1643-93B3-C53A97A6927F}" type="presOf" srcId="{E6732F7A-D248-45BC-9817-170C10CB3FB4}" destId="{DF4BB2CC-8E8A-48E9-B7E0-387C4F1E32BD}" srcOrd="0" destOrd="0" presId="urn:microsoft.com/office/officeart/2018/5/layout/IconCircleLabelList"/>
    <dgm:cxn modelId="{79684AD2-4469-AB4D-BAF8-C46DB0631BE1}" type="presOf" srcId="{907938A3-756E-40B6-B2D4-D15036326413}" destId="{FA623FB4-1E6E-40C8-87E9-3B59FB72D549}" srcOrd="0" destOrd="0" presId="urn:microsoft.com/office/officeart/2018/5/layout/IconCircleLabelList"/>
    <dgm:cxn modelId="{831D43EC-CA2A-CD4B-9784-F5F6DA41BFDA}" type="presParOf" srcId="{FE507CA9-6554-4247-A118-5FA2B5806638}" destId="{98D750B5-D821-48E1-86A1-D53522F6E535}" srcOrd="0" destOrd="0" presId="urn:microsoft.com/office/officeart/2018/5/layout/IconCircleLabelList"/>
    <dgm:cxn modelId="{0DB2F2FE-B265-6F41-AA3B-F4D392F35F50}" type="presParOf" srcId="{98D750B5-D821-48E1-86A1-D53522F6E535}" destId="{C2EC356B-0004-4D01-8D46-9D2A570AB16A}" srcOrd="0" destOrd="0" presId="urn:microsoft.com/office/officeart/2018/5/layout/IconCircleLabelList"/>
    <dgm:cxn modelId="{4173A243-CDE4-5F4F-9C82-2EA421FD368B}" type="presParOf" srcId="{98D750B5-D821-48E1-86A1-D53522F6E535}" destId="{B315D1D5-F0E1-4C65-B00D-B41922701DB7}" srcOrd="1" destOrd="0" presId="urn:microsoft.com/office/officeart/2018/5/layout/IconCircleLabelList"/>
    <dgm:cxn modelId="{C34A50D8-E2F3-2B48-ACFB-BC8EB941E56D}" type="presParOf" srcId="{98D750B5-D821-48E1-86A1-D53522F6E535}" destId="{2D0EA101-8B29-4DE9-8FAF-330730249C48}" srcOrd="2" destOrd="0" presId="urn:microsoft.com/office/officeart/2018/5/layout/IconCircleLabelList"/>
    <dgm:cxn modelId="{DFC69A66-F976-8F41-B9CC-5C3A23CC59DE}" type="presParOf" srcId="{98D750B5-D821-48E1-86A1-D53522F6E535}" destId="{FA623FB4-1E6E-40C8-87E9-3B59FB72D549}" srcOrd="3" destOrd="0" presId="urn:microsoft.com/office/officeart/2018/5/layout/IconCircleLabelList"/>
    <dgm:cxn modelId="{98E36636-7AEC-A94E-8825-C906F38C4AB1}" type="presParOf" srcId="{FE507CA9-6554-4247-A118-5FA2B5806638}" destId="{5553D23A-4836-4171-8864-BD55CCED3B53}" srcOrd="1" destOrd="0" presId="urn:microsoft.com/office/officeart/2018/5/layout/IconCircleLabelList"/>
    <dgm:cxn modelId="{2E560567-D52E-9747-BA66-A089EC74F8BD}" type="presParOf" srcId="{FE507CA9-6554-4247-A118-5FA2B5806638}" destId="{A51BCB71-E6FC-41DF-BB7E-951880647252}" srcOrd="2" destOrd="0" presId="urn:microsoft.com/office/officeart/2018/5/layout/IconCircleLabelList"/>
    <dgm:cxn modelId="{5789AECB-90D8-844F-A5D7-717CC8FAE461}" type="presParOf" srcId="{A51BCB71-E6FC-41DF-BB7E-951880647252}" destId="{152C2634-A8C9-4D41-914A-715967653AA5}" srcOrd="0" destOrd="0" presId="urn:microsoft.com/office/officeart/2018/5/layout/IconCircleLabelList"/>
    <dgm:cxn modelId="{63836E45-6BF4-3D4B-9FF4-C82F06F63511}" type="presParOf" srcId="{A51BCB71-E6FC-41DF-BB7E-951880647252}" destId="{FB8069E0-5080-4A5A-BB4E-F8A629818DB9}" srcOrd="1" destOrd="0" presId="urn:microsoft.com/office/officeart/2018/5/layout/IconCircleLabelList"/>
    <dgm:cxn modelId="{A6DEEC72-A828-4D47-8987-B1F2690D2F89}" type="presParOf" srcId="{A51BCB71-E6FC-41DF-BB7E-951880647252}" destId="{27DA880B-6CCB-4CC3-AE88-70DD7F0CBBE3}" srcOrd="2" destOrd="0" presId="urn:microsoft.com/office/officeart/2018/5/layout/IconCircleLabelList"/>
    <dgm:cxn modelId="{C4CEA9E4-7DA6-CC4A-A844-1D644C7D3D6C}" type="presParOf" srcId="{A51BCB71-E6FC-41DF-BB7E-951880647252}" destId="{AA553E42-A36D-484C-BB46-EBE60A2590F1}" srcOrd="3" destOrd="0" presId="urn:microsoft.com/office/officeart/2018/5/layout/IconCircleLabelList"/>
    <dgm:cxn modelId="{462F4EC4-9DBB-9441-9751-A9D76CB0A440}" type="presParOf" srcId="{FE507CA9-6554-4247-A118-5FA2B5806638}" destId="{0B22E42C-C1F0-471D-B0F5-4CBE2D2E784D}" srcOrd="3" destOrd="0" presId="urn:microsoft.com/office/officeart/2018/5/layout/IconCircleLabelList"/>
    <dgm:cxn modelId="{38F58009-8C57-EF42-A544-E29327064558}" type="presParOf" srcId="{FE507CA9-6554-4247-A118-5FA2B5806638}" destId="{B595D29E-3204-422F-B653-4AD8FAD40658}" srcOrd="4" destOrd="0" presId="urn:microsoft.com/office/officeart/2018/5/layout/IconCircleLabelList"/>
    <dgm:cxn modelId="{61CE80A6-C26E-C741-9A8F-60B435E8221A}" type="presParOf" srcId="{B595D29E-3204-422F-B653-4AD8FAD40658}" destId="{285EFDB1-4E8D-4E6C-BCBD-824E2A9F6770}" srcOrd="0" destOrd="0" presId="urn:microsoft.com/office/officeart/2018/5/layout/IconCircleLabelList"/>
    <dgm:cxn modelId="{AAB55DD1-CF5E-1D42-9E9D-FB380C9FC716}" type="presParOf" srcId="{B595D29E-3204-422F-B653-4AD8FAD40658}" destId="{99D62965-A1DA-4CB5-8285-DDB26734B589}" srcOrd="1" destOrd="0" presId="urn:microsoft.com/office/officeart/2018/5/layout/IconCircleLabelList"/>
    <dgm:cxn modelId="{2B6CD690-276F-864C-A8A7-933E3B3BC5F9}" type="presParOf" srcId="{B595D29E-3204-422F-B653-4AD8FAD40658}" destId="{56A2D787-94A3-4A01-B7FB-4E2032C6D518}" srcOrd="2" destOrd="0" presId="urn:microsoft.com/office/officeart/2018/5/layout/IconCircleLabelList"/>
    <dgm:cxn modelId="{D2D8A073-82B9-144C-8A0F-3CB854575455}" type="presParOf" srcId="{B595D29E-3204-422F-B653-4AD8FAD40658}" destId="{DF4BB2CC-8E8A-48E9-B7E0-387C4F1E32B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4D3814-E6BF-4A11-9963-DC97ECA1D1D2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5CA523B-D271-4D3F-B9C1-8D90F8FEEADA}">
      <dgm:prSet/>
      <dgm:spPr/>
      <dgm:t>
        <a:bodyPr/>
        <a:lstStyle/>
        <a:p>
          <a:pPr>
            <a:defRPr cap="all"/>
          </a:pPr>
          <a:r>
            <a:rPr lang="es-PE" b="0" i="0"/>
            <a:t>Manejo de caché</a:t>
          </a:r>
          <a:endParaRPr lang="en-US"/>
        </a:p>
      </dgm:t>
    </dgm:pt>
    <dgm:pt modelId="{77D0D45F-09AB-43E8-B2B7-5F43988ABD19}" type="parTrans" cxnId="{CF5A2C52-73BD-423F-9CFC-921C2583F19B}">
      <dgm:prSet/>
      <dgm:spPr/>
      <dgm:t>
        <a:bodyPr/>
        <a:lstStyle/>
        <a:p>
          <a:endParaRPr lang="en-US"/>
        </a:p>
      </dgm:t>
    </dgm:pt>
    <dgm:pt modelId="{59089EB7-014F-4B4B-B08F-43A9B9CD8A5D}" type="sibTrans" cxnId="{CF5A2C52-73BD-423F-9CFC-921C2583F19B}">
      <dgm:prSet/>
      <dgm:spPr/>
      <dgm:t>
        <a:bodyPr/>
        <a:lstStyle/>
        <a:p>
          <a:endParaRPr lang="en-US"/>
        </a:p>
      </dgm:t>
    </dgm:pt>
    <dgm:pt modelId="{8C03A645-B6E4-4829-9C61-A12747A5A543}">
      <dgm:prSet/>
      <dgm:spPr/>
      <dgm:t>
        <a:bodyPr/>
        <a:lstStyle/>
        <a:p>
          <a:pPr>
            <a:defRPr cap="all"/>
          </a:pPr>
          <a:r>
            <a:rPr lang="es-PE" b="0" i="0"/>
            <a:t>Optimización</a:t>
          </a:r>
          <a:endParaRPr lang="en-US"/>
        </a:p>
      </dgm:t>
    </dgm:pt>
    <dgm:pt modelId="{1B8D62AB-7E01-40A9-AEA8-2829C250B750}" type="parTrans" cxnId="{31832C1B-CFA5-4560-A83F-320AE5A0C5F7}">
      <dgm:prSet/>
      <dgm:spPr/>
      <dgm:t>
        <a:bodyPr/>
        <a:lstStyle/>
        <a:p>
          <a:endParaRPr lang="en-US"/>
        </a:p>
      </dgm:t>
    </dgm:pt>
    <dgm:pt modelId="{070E6C10-374C-411C-B182-A64B88F7032F}" type="sibTrans" cxnId="{31832C1B-CFA5-4560-A83F-320AE5A0C5F7}">
      <dgm:prSet/>
      <dgm:spPr/>
      <dgm:t>
        <a:bodyPr/>
        <a:lstStyle/>
        <a:p>
          <a:endParaRPr lang="en-US"/>
        </a:p>
      </dgm:t>
    </dgm:pt>
    <dgm:pt modelId="{7085F393-497D-4742-8486-F01BC113C390}" type="pres">
      <dgm:prSet presAssocID="{404D3814-E6BF-4A11-9963-DC97ECA1D1D2}" presName="root" presStyleCnt="0">
        <dgm:presLayoutVars>
          <dgm:dir/>
          <dgm:resizeHandles val="exact"/>
        </dgm:presLayoutVars>
      </dgm:prSet>
      <dgm:spPr/>
    </dgm:pt>
    <dgm:pt modelId="{56B6E1FC-0787-41F4-896C-E87C9910CB01}" type="pres">
      <dgm:prSet presAssocID="{95CA523B-D271-4D3F-B9C1-8D90F8FEEADA}" presName="compNode" presStyleCnt="0"/>
      <dgm:spPr/>
    </dgm:pt>
    <dgm:pt modelId="{54D1C623-A423-4A85-863A-5533089FF7A7}" type="pres">
      <dgm:prSet presAssocID="{95CA523B-D271-4D3F-B9C1-8D90F8FEEADA}" presName="iconBgRect" presStyleLbl="bgShp" presStyleIdx="0" presStyleCnt="2"/>
      <dgm:spPr/>
    </dgm:pt>
    <dgm:pt modelId="{D1F65CEE-FC06-4D72-8E19-016DEFF3371B}" type="pres">
      <dgm:prSet presAssocID="{95CA523B-D271-4D3F-B9C1-8D90F8FEEADA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atos"/>
        </a:ext>
      </dgm:extLst>
    </dgm:pt>
    <dgm:pt modelId="{52EF97D9-E417-43B2-9773-BB685AFDB4FB}" type="pres">
      <dgm:prSet presAssocID="{95CA523B-D271-4D3F-B9C1-8D90F8FEEADA}" presName="spaceRect" presStyleCnt="0"/>
      <dgm:spPr/>
    </dgm:pt>
    <dgm:pt modelId="{36870DAA-8A54-4D2B-8187-74685ECB0B02}" type="pres">
      <dgm:prSet presAssocID="{95CA523B-D271-4D3F-B9C1-8D90F8FEEADA}" presName="textRect" presStyleLbl="revTx" presStyleIdx="0" presStyleCnt="2">
        <dgm:presLayoutVars>
          <dgm:chMax val="1"/>
          <dgm:chPref val="1"/>
        </dgm:presLayoutVars>
      </dgm:prSet>
      <dgm:spPr/>
    </dgm:pt>
    <dgm:pt modelId="{9CB867F3-308C-4A39-BCA3-D2B530EAC201}" type="pres">
      <dgm:prSet presAssocID="{59089EB7-014F-4B4B-B08F-43A9B9CD8A5D}" presName="sibTrans" presStyleCnt="0"/>
      <dgm:spPr/>
    </dgm:pt>
    <dgm:pt modelId="{395EC4AF-F0EC-427F-A250-5FF79D9669B0}" type="pres">
      <dgm:prSet presAssocID="{8C03A645-B6E4-4829-9C61-A12747A5A543}" presName="compNode" presStyleCnt="0"/>
      <dgm:spPr/>
    </dgm:pt>
    <dgm:pt modelId="{73DC8276-8131-4458-99C7-522E61897389}" type="pres">
      <dgm:prSet presAssocID="{8C03A645-B6E4-4829-9C61-A12747A5A543}" presName="iconBgRect" presStyleLbl="bgShp" presStyleIdx="1" presStyleCnt="2"/>
      <dgm:spPr/>
    </dgm:pt>
    <dgm:pt modelId="{B2BE6637-0F6A-42FD-B838-B6992187037A}" type="pres">
      <dgm:prSet presAssocID="{8C03A645-B6E4-4829-9C61-A12747A5A543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granajes"/>
        </a:ext>
      </dgm:extLst>
    </dgm:pt>
    <dgm:pt modelId="{44A52C81-12D5-4E2D-93CC-824F054192F8}" type="pres">
      <dgm:prSet presAssocID="{8C03A645-B6E4-4829-9C61-A12747A5A543}" presName="spaceRect" presStyleCnt="0"/>
      <dgm:spPr/>
    </dgm:pt>
    <dgm:pt modelId="{652B4C02-667A-40E7-A7EE-4E8900DD891D}" type="pres">
      <dgm:prSet presAssocID="{8C03A645-B6E4-4829-9C61-A12747A5A543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31832C1B-CFA5-4560-A83F-320AE5A0C5F7}" srcId="{404D3814-E6BF-4A11-9963-DC97ECA1D1D2}" destId="{8C03A645-B6E4-4829-9C61-A12747A5A543}" srcOrd="1" destOrd="0" parTransId="{1B8D62AB-7E01-40A9-AEA8-2829C250B750}" sibTransId="{070E6C10-374C-411C-B182-A64B88F7032F}"/>
    <dgm:cxn modelId="{AA5F2D27-156F-4F82-B4E3-4B22D52F9F05}" type="presOf" srcId="{404D3814-E6BF-4A11-9963-DC97ECA1D1D2}" destId="{7085F393-497D-4742-8486-F01BC113C390}" srcOrd="0" destOrd="0" presId="urn:microsoft.com/office/officeart/2018/5/layout/IconCircleLabelList"/>
    <dgm:cxn modelId="{CF5A2C52-73BD-423F-9CFC-921C2583F19B}" srcId="{404D3814-E6BF-4A11-9963-DC97ECA1D1D2}" destId="{95CA523B-D271-4D3F-B9C1-8D90F8FEEADA}" srcOrd="0" destOrd="0" parTransId="{77D0D45F-09AB-43E8-B2B7-5F43988ABD19}" sibTransId="{59089EB7-014F-4B4B-B08F-43A9B9CD8A5D}"/>
    <dgm:cxn modelId="{EC33B8B5-C040-41C7-A765-B1F94DF729FA}" type="presOf" srcId="{8C03A645-B6E4-4829-9C61-A12747A5A543}" destId="{652B4C02-667A-40E7-A7EE-4E8900DD891D}" srcOrd="0" destOrd="0" presId="urn:microsoft.com/office/officeart/2018/5/layout/IconCircleLabelList"/>
    <dgm:cxn modelId="{33D82ACC-DD1F-43BC-AD8A-8EA6D174CB78}" type="presOf" srcId="{95CA523B-D271-4D3F-B9C1-8D90F8FEEADA}" destId="{36870DAA-8A54-4D2B-8187-74685ECB0B02}" srcOrd="0" destOrd="0" presId="urn:microsoft.com/office/officeart/2018/5/layout/IconCircleLabelList"/>
    <dgm:cxn modelId="{7E04C491-96B3-417A-985F-3C127C61C609}" type="presParOf" srcId="{7085F393-497D-4742-8486-F01BC113C390}" destId="{56B6E1FC-0787-41F4-896C-E87C9910CB01}" srcOrd="0" destOrd="0" presId="urn:microsoft.com/office/officeart/2018/5/layout/IconCircleLabelList"/>
    <dgm:cxn modelId="{BD010866-7E6E-4542-9C87-D62765921D23}" type="presParOf" srcId="{56B6E1FC-0787-41F4-896C-E87C9910CB01}" destId="{54D1C623-A423-4A85-863A-5533089FF7A7}" srcOrd="0" destOrd="0" presId="urn:microsoft.com/office/officeart/2018/5/layout/IconCircleLabelList"/>
    <dgm:cxn modelId="{5B8904B7-0759-4A77-9B48-AA6BAFF5394A}" type="presParOf" srcId="{56B6E1FC-0787-41F4-896C-E87C9910CB01}" destId="{D1F65CEE-FC06-4D72-8E19-016DEFF3371B}" srcOrd="1" destOrd="0" presId="urn:microsoft.com/office/officeart/2018/5/layout/IconCircleLabelList"/>
    <dgm:cxn modelId="{1199AD8C-C3DC-4D81-B088-1470F2950BA0}" type="presParOf" srcId="{56B6E1FC-0787-41F4-896C-E87C9910CB01}" destId="{52EF97D9-E417-43B2-9773-BB685AFDB4FB}" srcOrd="2" destOrd="0" presId="urn:microsoft.com/office/officeart/2018/5/layout/IconCircleLabelList"/>
    <dgm:cxn modelId="{5AB2B51B-F3E6-4105-871E-2CA8D9E7E991}" type="presParOf" srcId="{56B6E1FC-0787-41F4-896C-E87C9910CB01}" destId="{36870DAA-8A54-4D2B-8187-74685ECB0B02}" srcOrd="3" destOrd="0" presId="urn:microsoft.com/office/officeart/2018/5/layout/IconCircleLabelList"/>
    <dgm:cxn modelId="{1FC60268-38B5-470C-A624-2D925ADCC139}" type="presParOf" srcId="{7085F393-497D-4742-8486-F01BC113C390}" destId="{9CB867F3-308C-4A39-BCA3-D2B530EAC201}" srcOrd="1" destOrd="0" presId="urn:microsoft.com/office/officeart/2018/5/layout/IconCircleLabelList"/>
    <dgm:cxn modelId="{4DBEA1F1-7414-4063-BD2E-9E4C5349A48D}" type="presParOf" srcId="{7085F393-497D-4742-8486-F01BC113C390}" destId="{395EC4AF-F0EC-427F-A250-5FF79D9669B0}" srcOrd="2" destOrd="0" presId="urn:microsoft.com/office/officeart/2018/5/layout/IconCircleLabelList"/>
    <dgm:cxn modelId="{19D45CC5-A960-450F-B3A8-29B9ABFD640C}" type="presParOf" srcId="{395EC4AF-F0EC-427F-A250-5FF79D9669B0}" destId="{73DC8276-8131-4458-99C7-522E61897389}" srcOrd="0" destOrd="0" presId="urn:microsoft.com/office/officeart/2018/5/layout/IconCircleLabelList"/>
    <dgm:cxn modelId="{A6534910-38BE-4F8A-B85E-205C20D6C195}" type="presParOf" srcId="{395EC4AF-F0EC-427F-A250-5FF79D9669B0}" destId="{B2BE6637-0F6A-42FD-B838-B6992187037A}" srcOrd="1" destOrd="0" presId="urn:microsoft.com/office/officeart/2018/5/layout/IconCircleLabelList"/>
    <dgm:cxn modelId="{29859C5D-3C56-432E-8E17-A64647B0AEB7}" type="presParOf" srcId="{395EC4AF-F0EC-427F-A250-5FF79D9669B0}" destId="{44A52C81-12D5-4E2D-93CC-824F054192F8}" srcOrd="2" destOrd="0" presId="urn:microsoft.com/office/officeart/2018/5/layout/IconCircleLabelList"/>
    <dgm:cxn modelId="{4C1155ED-3F0E-48EF-84AD-2420D98CABF5}" type="presParOf" srcId="{395EC4AF-F0EC-427F-A250-5FF79D9669B0}" destId="{652B4C02-667A-40E7-A7EE-4E8900DD891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8B5AE9-D07C-4F6A-B2A1-16A74D59B43D}">
      <dsp:nvSpPr>
        <dsp:cNvPr id="0" name=""/>
        <dsp:cNvSpPr/>
      </dsp:nvSpPr>
      <dsp:spPr>
        <a:xfrm>
          <a:off x="0" y="415"/>
          <a:ext cx="7163064" cy="97136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072AC3-891C-410F-B71E-D16CCE6DFA87}">
      <dsp:nvSpPr>
        <dsp:cNvPr id="0" name=""/>
        <dsp:cNvSpPr/>
      </dsp:nvSpPr>
      <dsp:spPr>
        <a:xfrm>
          <a:off x="293838" y="218972"/>
          <a:ext cx="534251" cy="5342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2D392-E52A-4F38-8C94-85DE4FEE6B0E}">
      <dsp:nvSpPr>
        <dsp:cNvPr id="0" name=""/>
        <dsp:cNvSpPr/>
      </dsp:nvSpPr>
      <dsp:spPr>
        <a:xfrm>
          <a:off x="1121927" y="415"/>
          <a:ext cx="6041136" cy="9713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03" tIns="102803" rIns="102803" bIns="10280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500" b="0" i="0" kern="1200" dirty="0"/>
            <a:t>Sobrecarga de Datos (Over-fetching)</a:t>
          </a:r>
          <a:endParaRPr lang="en-US" sz="2500" kern="1200" dirty="0"/>
        </a:p>
      </dsp:txBody>
      <dsp:txXfrm>
        <a:off x="1121927" y="415"/>
        <a:ext cx="6041136" cy="971365"/>
      </dsp:txXfrm>
    </dsp:sp>
    <dsp:sp modelId="{91BC2AC6-5E58-4DA4-A6F5-E3A9C771FEA1}">
      <dsp:nvSpPr>
        <dsp:cNvPr id="0" name=""/>
        <dsp:cNvSpPr/>
      </dsp:nvSpPr>
      <dsp:spPr>
        <a:xfrm>
          <a:off x="0" y="1214622"/>
          <a:ext cx="7163064" cy="97136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B74625-3101-4B3B-8197-F89F9D4AEDF6}">
      <dsp:nvSpPr>
        <dsp:cNvPr id="0" name=""/>
        <dsp:cNvSpPr/>
      </dsp:nvSpPr>
      <dsp:spPr>
        <a:xfrm>
          <a:off x="293838" y="1433179"/>
          <a:ext cx="534251" cy="5342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B2A701-DC7A-4148-A5E2-ED26B114D3E3}">
      <dsp:nvSpPr>
        <dsp:cNvPr id="0" name=""/>
        <dsp:cNvSpPr/>
      </dsp:nvSpPr>
      <dsp:spPr>
        <a:xfrm>
          <a:off x="1121927" y="1214622"/>
          <a:ext cx="6041136" cy="9713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03" tIns="102803" rIns="102803" bIns="10280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500" b="0" i="0" kern="1200"/>
            <a:t>Falta de Flexibilidad (Under-fetching)</a:t>
          </a:r>
          <a:endParaRPr lang="en-US" sz="2500" kern="1200"/>
        </a:p>
      </dsp:txBody>
      <dsp:txXfrm>
        <a:off x="1121927" y="1214622"/>
        <a:ext cx="6041136" cy="971365"/>
      </dsp:txXfrm>
    </dsp:sp>
    <dsp:sp modelId="{D4784381-C769-4EAD-BDDA-EDD28339B035}">
      <dsp:nvSpPr>
        <dsp:cNvPr id="0" name=""/>
        <dsp:cNvSpPr/>
      </dsp:nvSpPr>
      <dsp:spPr>
        <a:xfrm>
          <a:off x="0" y="2428829"/>
          <a:ext cx="7163064" cy="97136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6B53D0-CEC3-4F4F-BFB0-7A0AAD8D3C7E}">
      <dsp:nvSpPr>
        <dsp:cNvPr id="0" name=""/>
        <dsp:cNvSpPr/>
      </dsp:nvSpPr>
      <dsp:spPr>
        <a:xfrm>
          <a:off x="293838" y="2647386"/>
          <a:ext cx="534251" cy="5342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8369D3-E8CB-4ED4-A346-6C5A50E8B467}">
      <dsp:nvSpPr>
        <dsp:cNvPr id="0" name=""/>
        <dsp:cNvSpPr/>
      </dsp:nvSpPr>
      <dsp:spPr>
        <a:xfrm>
          <a:off x="1121927" y="2428829"/>
          <a:ext cx="6041136" cy="9713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03" tIns="102803" rIns="102803" bIns="10280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500" b="0" i="0" kern="1200"/>
            <a:t>Escalabilidad de Endpoints</a:t>
          </a:r>
          <a:endParaRPr lang="en-US" sz="2500" kern="1200"/>
        </a:p>
      </dsp:txBody>
      <dsp:txXfrm>
        <a:off x="1121927" y="2428829"/>
        <a:ext cx="6041136" cy="97136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EC356B-0004-4D01-8D46-9D2A570AB16A}">
      <dsp:nvSpPr>
        <dsp:cNvPr id="0" name=""/>
        <dsp:cNvSpPr/>
      </dsp:nvSpPr>
      <dsp:spPr>
        <a:xfrm>
          <a:off x="629393" y="56981"/>
          <a:ext cx="1852875" cy="185287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15D1D5-F0E1-4C65-B00D-B41922701DB7}">
      <dsp:nvSpPr>
        <dsp:cNvPr id="0" name=""/>
        <dsp:cNvSpPr/>
      </dsp:nvSpPr>
      <dsp:spPr>
        <a:xfrm>
          <a:off x="1024268" y="451856"/>
          <a:ext cx="1063125" cy="1063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623FB4-1E6E-40C8-87E9-3B59FB72D549}">
      <dsp:nvSpPr>
        <dsp:cNvPr id="0" name=""/>
        <dsp:cNvSpPr/>
      </dsp:nvSpPr>
      <dsp:spPr>
        <a:xfrm>
          <a:off x="37080" y="2486982"/>
          <a:ext cx="30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PE" sz="1800" b="0" i="0" kern="1200" baseline="0"/>
            <a:t>Consultas más específicas.</a:t>
          </a:r>
          <a:endParaRPr lang="en-US" sz="1800" kern="1200"/>
        </a:p>
      </dsp:txBody>
      <dsp:txXfrm>
        <a:off x="37080" y="2486982"/>
        <a:ext cx="3037500" cy="720000"/>
      </dsp:txXfrm>
    </dsp:sp>
    <dsp:sp modelId="{152C2634-A8C9-4D41-914A-715967653AA5}">
      <dsp:nvSpPr>
        <dsp:cNvPr id="0" name=""/>
        <dsp:cNvSpPr/>
      </dsp:nvSpPr>
      <dsp:spPr>
        <a:xfrm>
          <a:off x="4198456" y="56981"/>
          <a:ext cx="1852875" cy="185287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8069E0-5080-4A5A-BB4E-F8A629818DB9}">
      <dsp:nvSpPr>
        <dsp:cNvPr id="0" name=""/>
        <dsp:cNvSpPr/>
      </dsp:nvSpPr>
      <dsp:spPr>
        <a:xfrm>
          <a:off x="4593331" y="451856"/>
          <a:ext cx="1063125" cy="1063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553E42-A36D-484C-BB46-EBE60A2590F1}">
      <dsp:nvSpPr>
        <dsp:cNvPr id="0" name=""/>
        <dsp:cNvSpPr/>
      </dsp:nvSpPr>
      <dsp:spPr>
        <a:xfrm>
          <a:off x="3606143" y="2486982"/>
          <a:ext cx="30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PE" sz="1800" b="0" i="0" kern="1200" baseline="0"/>
            <a:t>Menos sobrecarga de datos.</a:t>
          </a:r>
          <a:endParaRPr lang="en-US" sz="1800" kern="1200"/>
        </a:p>
      </dsp:txBody>
      <dsp:txXfrm>
        <a:off x="3606143" y="2486982"/>
        <a:ext cx="3037500" cy="720000"/>
      </dsp:txXfrm>
    </dsp:sp>
    <dsp:sp modelId="{285EFDB1-4E8D-4E6C-BCBD-824E2A9F6770}">
      <dsp:nvSpPr>
        <dsp:cNvPr id="0" name=""/>
        <dsp:cNvSpPr/>
      </dsp:nvSpPr>
      <dsp:spPr>
        <a:xfrm>
          <a:off x="7767518" y="56981"/>
          <a:ext cx="1852875" cy="185287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D62965-A1DA-4CB5-8285-DDB26734B589}">
      <dsp:nvSpPr>
        <dsp:cNvPr id="0" name=""/>
        <dsp:cNvSpPr/>
      </dsp:nvSpPr>
      <dsp:spPr>
        <a:xfrm>
          <a:off x="8162393" y="451856"/>
          <a:ext cx="1063125" cy="1063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4BB2CC-8E8A-48E9-B7E0-387C4F1E32BD}">
      <dsp:nvSpPr>
        <dsp:cNvPr id="0" name=""/>
        <dsp:cNvSpPr/>
      </dsp:nvSpPr>
      <dsp:spPr>
        <a:xfrm>
          <a:off x="7175206" y="2486982"/>
          <a:ext cx="30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PE" sz="1800" b="0" i="0" kern="1200" baseline="0"/>
            <a:t>Consultas complejas en una sola petición.</a:t>
          </a:r>
          <a:endParaRPr lang="en-US" sz="1800" kern="1200"/>
        </a:p>
      </dsp:txBody>
      <dsp:txXfrm>
        <a:off x="7175206" y="2486982"/>
        <a:ext cx="30375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D1C623-A423-4A85-863A-5533089FF7A7}">
      <dsp:nvSpPr>
        <dsp:cNvPr id="0" name=""/>
        <dsp:cNvSpPr/>
      </dsp:nvSpPr>
      <dsp:spPr>
        <a:xfrm>
          <a:off x="2313518" y="11981"/>
          <a:ext cx="1921500" cy="19215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F65CEE-FC06-4D72-8E19-016DEFF3371B}">
      <dsp:nvSpPr>
        <dsp:cNvPr id="0" name=""/>
        <dsp:cNvSpPr/>
      </dsp:nvSpPr>
      <dsp:spPr>
        <a:xfrm>
          <a:off x="2723018" y="421481"/>
          <a:ext cx="1102500" cy="11025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870DAA-8A54-4D2B-8187-74685ECB0B02}">
      <dsp:nvSpPr>
        <dsp:cNvPr id="0" name=""/>
        <dsp:cNvSpPr/>
      </dsp:nvSpPr>
      <dsp:spPr>
        <a:xfrm>
          <a:off x="1699268" y="2531982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PE" sz="2500" b="0" i="0" kern="1200"/>
            <a:t>Manejo de caché</a:t>
          </a:r>
          <a:endParaRPr lang="en-US" sz="2500" kern="1200"/>
        </a:p>
      </dsp:txBody>
      <dsp:txXfrm>
        <a:off x="1699268" y="2531982"/>
        <a:ext cx="3150000" cy="720000"/>
      </dsp:txXfrm>
    </dsp:sp>
    <dsp:sp modelId="{73DC8276-8131-4458-99C7-522E61897389}">
      <dsp:nvSpPr>
        <dsp:cNvPr id="0" name=""/>
        <dsp:cNvSpPr/>
      </dsp:nvSpPr>
      <dsp:spPr>
        <a:xfrm>
          <a:off x="6014768" y="11981"/>
          <a:ext cx="1921500" cy="19215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BE6637-0F6A-42FD-B838-B6992187037A}">
      <dsp:nvSpPr>
        <dsp:cNvPr id="0" name=""/>
        <dsp:cNvSpPr/>
      </dsp:nvSpPr>
      <dsp:spPr>
        <a:xfrm>
          <a:off x="6424268" y="421481"/>
          <a:ext cx="1102500" cy="11025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2B4C02-667A-40E7-A7EE-4E8900DD891D}">
      <dsp:nvSpPr>
        <dsp:cNvPr id="0" name=""/>
        <dsp:cNvSpPr/>
      </dsp:nvSpPr>
      <dsp:spPr>
        <a:xfrm>
          <a:off x="5400518" y="2531982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PE" sz="2500" b="0" i="0" kern="1200"/>
            <a:t>Optimización</a:t>
          </a:r>
          <a:endParaRPr lang="en-US" sz="2500" kern="1200"/>
        </a:p>
      </dsp:txBody>
      <dsp:txXfrm>
        <a:off x="5400518" y="2531982"/>
        <a:ext cx="315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EB46B8FB-F6A2-5F47-A6CD-A7E17E69270F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DAB39E9-6F50-3F4B-9DDB-FC0E0CA9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150" y="768334"/>
            <a:ext cx="5066001" cy="2866405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2C33E-E9A6-304D-BBCB-97AD0B213C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150" y="4283239"/>
            <a:ext cx="5066001" cy="1475177"/>
          </a:xfrm>
        </p:spPr>
        <p:txBody>
          <a:bodyPr anchor="b"/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C75C4-E533-BE48-B528-D1A278BC39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457200"/>
            <a:ext cx="3608205" cy="365125"/>
          </a:xfrm>
        </p:spPr>
        <p:txBody>
          <a:bodyPr/>
          <a:lstStyle>
            <a:lvl1pPr algn="l">
              <a:defRPr/>
            </a:lvl1pPr>
          </a:lstStyle>
          <a:p>
            <a:pPr algn="l"/>
            <a:fld id="{A5B0A250-5CC0-1746-B209-08E8B0DAE6AF}" type="datetimeFigureOut">
              <a:rPr lang="en-US" smtClean="0"/>
              <a:pPr algn="l"/>
              <a:t>6/30/26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9BA8A-EF83-434D-A90E-0805D1104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FDDE0-90B9-AD4E-B0EB-E7464FA9C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3A3282-0389-C547-8CA6-7F3E7F27B34D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888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0CAFDA3-320A-C24D-A7A1-20C1267EC987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411669-6E2C-2243-99CD-6BC9D724FA1F}"/>
                </a:ext>
              </a:extLst>
            </p:cNvPr>
            <p:cNvSpPr/>
            <p:nvPr/>
          </p:nvSpPr>
          <p:spPr>
            <a:xfrm>
              <a:off x="8928528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4E0C522-0F40-ED44-A700-F1BCD1CF74F5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79B4380-CBEC-C341-A10E-5EF9A8597959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04AD70E-5490-4C4E-A05D-D67949C51A74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28A8883-9F24-0047-92B7-45B3D2E7D9C0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AC3A3BB-FD2C-FB44-9478-FA87EF229D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BF46B3B1-E981-BB40-B916-51A6D3851969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EA7DAE92-7D6B-B042-83BE-047C8EC322A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06AADCE6-4277-EA49-AF23-63B53CA6772A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58CEA343-047B-DF4E-A7A8-881C7740EA3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CCBAA07-17CE-2740-AA04-AEDA5EAD2796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BF15C430-7951-6040-BD4C-4E996E94480E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B3467F9-370D-5C4C-9EDE-E0CA0E401568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2A1E4-52BA-534C-AECC-35C3CF44F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15675-65B4-E14F-9785-663A83B7B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76A1E-2332-684F-BDD2-687C166BD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6/30/26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B8CB0-B7BE-7D4F-B254-8A2F8AEC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5A569-A063-8E40-B703-82B11D2A9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7169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31D73A-BA91-794F-8C09-4F4B41A6D08B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0289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3ABDDED5-B489-454D-A72D-46C9473AB018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6338A9A-49A1-B04D-B479-43604A5CD6D5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3151B6D8-101B-F34D-992A-1668DB5D0067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21D4DE71-EB1A-E74C-9364-5FEC5377F4EF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D99A5CD-9D3A-DA46-AD96-34B9DB522051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6537DF9-74F2-924C-9B63-22B100C80C92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D7655457-8E4D-F34C-A595-66A45E9C3A1F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FB0E8D2C-8947-E44C-BC5F-F81B083DAA3E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ED57F45D-85B8-AC49-A2BA-E941F1BE7F15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A576359-CAE3-634C-8DF8-A834BCD7D668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6343F35-6601-BD4A-B9A5-25361D0453D2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5ED1C169-DCD9-9C4B-91B1-519621155A64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2328AC7-E0BC-0E46-A25B-11D523EC8100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32BBE02A-588F-6C4D-B310-694098C6A340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6751D5A0-C90A-0A44-8654-CFE1B719B35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F0FA086-0D80-B74A-9B37-5EACDE30D61F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022E302-2A55-8844-A50B-DC16D075E16B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4B325F5-A048-2843-A40B-3B2B31ECED76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707B616-7E85-5442-B46B-AF9426A7A0E9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08914A00-D181-5847-A150-77CE67F94369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DAF2D976-5F49-2848-B465-C85708A6D706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5E333474-B850-354C-A2E2-01735C948D47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BC25646C-71B3-4A44-A4FE-C3CABE5580BB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B598CFE9-67EE-E342-9EF7-F40A1E0BE59E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E29AD13-94FE-1349-A28E-10F6E780F510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0648E-B4D5-4145-84E7-46B5793E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51"/>
            <a:ext cx="5066001" cy="2334768"/>
          </a:xfrm>
        </p:spPr>
        <p:txBody>
          <a:bodyPr anchor="t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3B92A6-7558-3148-B855-5BC58B415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4255453"/>
            <a:ext cx="5066001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0B541-D211-974B-97FE-C1F9473AB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6/30/26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27FB0-D95A-D543-8E29-6E5F22B49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C4404-F49D-9F48-A10B-1F60870B4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6A1FD1-D82F-3141-8687-8D7C0631C21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7989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442ECFEB-12CF-4C4F-BC8A-5816C27CA565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26C9482-2804-144B-88B2-0AF191BD757D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1363F79-96BD-9240-86E2-DF26C9C2437D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153F0BF1-DA57-1D49-82F0-802F4D385A85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CD42A1B-A03A-C946-8A2A-CE437EA433FD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591FE00-3AAF-9B4B-8107-E94D50828227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49E92E9-89A7-4842-B271-411C7DF75D2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C29C99-0841-9F46-AB1A-E9751DFE448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0AB684-BDA8-014B-8DCC-125F8B8DC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40E05-0F5F-6243-AD57-66BFC33ADB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2851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70B3A4-11FE-D94C-9B93-255E36231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9638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BEEAF-F881-6E48-84AF-E5CEEF1C7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6/30/26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72753-1CC3-9244-9AF0-6927018A6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D55D0-FCC7-AC42-9810-9B49E3348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C736C3-88FB-244C-83B8-B2856998D22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3949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B7D16A9C-7411-5242-A59C-816B8907E3BE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997260B-7D44-7049-B605-7FD6E6CE5612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D6AF601-77C3-D74A-B1E5-7F33703A6927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DFCA921-0F9E-2E41-A285-75409E25501A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20B9E03-438B-FC42-9DA1-835D5BC3FE8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670E1F-61CD-8940-A898-6D5092A78BB9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80C64CF-0C6A-3449-9709-AE038C4A7995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EC46D5B-957F-A24C-8E36-CC71F660EC8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58182F-7B5E-FD42-AFC6-A3848D833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768096"/>
            <a:ext cx="7333488" cy="12710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9E4DE-75C0-C841-A68D-9D7BBAD76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2149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5C87F7-356E-9E43-97A0-D972B22853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2149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AB4C28-30CB-CC4E-A25E-F4FEFA49BC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3066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ED0191-963B-1E4C-BEC5-9B42E39514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83066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0E0BED-3EB7-BB4A-A556-FA967FB01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6/30/26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A2466A-4D90-174C-B382-AC4674D72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ADE49-8082-214B-9742-5EE8DA2E9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E39200-18D5-014B-BAB8-FF5D0BA15E0C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3845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7DF52F6-A06E-0343-95B8-DAAC38DB4B8C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7092C52-7052-0749-9DA0-9374DBF495AE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64E1C2F-81E1-C44D-859C-946596C950F2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3626485-4263-0A44-9561-E278A7056C33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D45AAB5-3CCC-DE4A-A962-3702911B55C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CAFB16F-8EDE-D44F-A51E-34EDC41E7404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CD51329-732C-BB4C-98E5-715BAF9F8853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2B5D44-BC55-AF4C-984D-C8231B22F80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A1E9E2-564E-7049-A22F-BB5B876BA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59D05-C08D-7747-B2FC-3F62B3357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6/30/26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F615-BB08-A844-B689-BAA7C5040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3A67D-F96F-4849-8C83-49CC3A653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DCFAAB9-2B6B-8D4C-A748-433E2C393EA6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9845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BCA70-D63D-40F6-B9B3-4E49B96E2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pPr/>
              <a:t>6/30/26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F12559-BD91-4904-A24A-0CF0A2324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58BB7-74A5-4A6F-A0FF-021E68F02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795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0914A35-7AAF-4B42-9C68-47A633EFD9D0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ABCED79-0E70-FB4D-ABF2-D859BF5556E4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364885D-A3A4-5144-AB4E-7624F27287E6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22073D5-CC72-0549-BD26-F7AF9851BE45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827A049-C9FD-554E-9B01-F151B0D9E86B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6832559-4D18-8744-AB91-9FCFAB732477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F97A623-E5DC-1B44-B687-8643B9F0D741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637BBE1-2C82-4E45-B5C5-35E07B05E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64973"/>
            <a:ext cx="3609982" cy="1395043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01F2E-A734-364B-8A7D-990D6B889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4832" y="770890"/>
            <a:ext cx="6112517" cy="480057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7CBAD9-5515-1748-8E77-F48160F4ED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7089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A6C22B-80D4-AA42-9999-401E37B4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6/30/26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055DE4-33E8-7F4B-9334-95EA60845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70FA5-21EE-D742-8F01-C1BAE0FD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EF966AA-D7DF-F84D-80D4-E216A641B00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851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210D391A-F01E-4947-8A01-95438AA0B323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499306-B4E0-064D-8F6C-96E9C4BD04DA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F3D0241-0A21-8047-8CE3-B3FDD5FDF71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3083F97-6891-0447-957C-AB0834B826D2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B2EF7D75-E7C1-5147-A03B-3EC641CF3B0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6D7CA94-94B4-C140-8C68-01C0ADFA1C7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11CD629-C318-A848-BDDE-BBA9465EBF9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A5AC1F8-1370-E946-977E-E4CFC6947BA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4CEE63B-B967-0A48-9623-220376760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89"/>
            <a:ext cx="3609983" cy="1389127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11F680-28C8-FA44-9CD5-20709DA02E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23838" y="890816"/>
            <a:ext cx="6060136" cy="4870411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D507CD-197E-BB4C-83A6-DA3FC97A22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60121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9E00AC-DF6C-D548-8A06-D6269BDB0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6/30/26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ED113B-57D4-9A4F-BFE0-2A3963B42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D9954-FA18-8948-AA52-21CED0594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E3EB25D-2379-5040-B990-1C99B0B7D93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97911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7ED46EE4-CE67-DD46-A751-9FEA049A22B8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55C5B70-D34F-8A49-B220-808CE2BBB7F3}"/>
                </a:ext>
              </a:extLst>
            </p:cNvPr>
            <p:cNvSpPr/>
            <p:nvPr/>
          </p:nvSpPr>
          <p:spPr>
            <a:xfrm>
              <a:off x="8928528" y="491812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BBFE624-6DBD-8541-B43B-180C0AFA21F0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E01AC23-2120-A542-B140-5A29AA27A2C8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54689C0-9C35-9B4D-906B-DA287DA55A38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96570F0-11E0-6147-9053-E3A4B5DBA0E4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BDD97F6-A366-B54A-B889-42E97AFEDE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8E853BC-EE80-374B-B823-8D51A948C4CF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4B5B70B1-649D-9848-B5D4-6DE04D55F5F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46A2092A-2157-0A49-937F-BBAE14687DE7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092371E-D526-AF43-816F-F7AEBA9FF16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06995714-B51E-E84A-9FD5-3AD33004E517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0FDB0CC5-76AA-6E44-8376-4EE649C1DE42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3D981F0B-8982-1C45-8D7C-30E744003823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76EEB7-1E87-0447-8CD6-DD220CF4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8AE526-3A03-9B41-8C9F-27156E701C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08D72-182D-C947-B3F7-B74948D08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6/30/26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6E396-D059-AF4D-A1D9-C1347978A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845B6-87C0-2F4A-8146-00E911CDF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6480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8A912D-4325-C449-BF2E-F331A221C69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146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9382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C3803ECC-8207-244B-8051-94AA5304EDD9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F2E8536-821C-3846-A152-2001B7BA4BC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A02781-FFB4-C04E-97FB-78D26A9E8F1C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4C29607-37D2-7A4B-98E2-2C851CD6776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12FC7BA-80CC-1C4E-B268-B3EEA08137F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EBC8FB1-96B9-D84A-BD2A-BC8410EBE012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A8455B4-A778-B44D-A7E8-C45A4846D9F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407CCA-80EF-2B45-8F8C-7D5796A61B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950095" y="976630"/>
            <a:ext cx="2268507" cy="47845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A221C3-F2D3-FC4F-938B-4C4CAC737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5150" y="976630"/>
            <a:ext cx="8264057" cy="478459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61B46-3E9A-AC48-8C84-5B46EA1EC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F8F49-5859-714C-8EE1-61A74F324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B6F69-3FFA-D94F-BA99-873D36F7F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31B40EC-87DB-A64F-9D4B-98A86F7CEFFF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8412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0D98E2-86CE-4D4F-9F8F-17C83D19A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4B4F2-48A4-A140-B59B-7A2ED9FD4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2160016"/>
            <a:ext cx="7335835" cy="3601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F4A7E-D5FF-BF48-8E01-8F46150ABF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66928" y="457200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A5B0A250-5CC0-1746-B209-08E8B0DAE6AF}" type="datetimeFigureOut">
              <a:rPr lang="en-US" smtClean="0"/>
              <a:pPr/>
              <a:t>6/30/26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31757-5039-BF46-B47A-50DA8FFBC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5150" y="6141085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3FD16-4337-B940-905E-D20A26FD48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9678" y="6141085"/>
            <a:ext cx="8138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49ABCAEC-7D34-E549-A96E-FCEDAADBE4B0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928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51" r:id="rId6"/>
    <p:sldLayoutId id="2147483746" r:id="rId7"/>
    <p:sldLayoutId id="2147483747" r:id="rId8"/>
    <p:sldLayoutId id="2147483748" r:id="rId9"/>
    <p:sldLayoutId id="2147483750" r:id="rId10"/>
    <p:sldLayoutId id="214748374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9" name="Rectangle 104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B13019-882B-FF4F-AE6B-EA9627FE2D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924" y="4818126"/>
            <a:ext cx="6402597" cy="1063244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s-PE" sz="3400"/>
              <a:t>GraphQL en Spring Boot para APIs modernas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C6E2E97-89EE-4FBB-8F15-C111EB9C25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276" y="4818126"/>
            <a:ext cx="4132763" cy="943102"/>
          </a:xfrm>
        </p:spPr>
        <p:txBody>
          <a:bodyPr>
            <a:normAutofit/>
          </a:bodyPr>
          <a:lstStyle/>
          <a:p>
            <a:pPr algn="r"/>
            <a:r>
              <a:rPr lang="es-PE" dirty="0"/>
              <a:t>Renzo Romero Pajuelo</a:t>
            </a:r>
          </a:p>
        </p:txBody>
      </p:sp>
      <p:grpSp>
        <p:nvGrpSpPr>
          <p:cNvPr id="1051" name="Group 1050">
            <a:extLst>
              <a:ext uri="{FF2B5EF4-FFF2-40B4-BE49-F238E27FC236}">
                <a16:creationId xmlns:a16="http://schemas.microsoft.com/office/drawing/2014/main" id="{BCFFF971-DAC9-F44B-9F22-4B030B6B6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AA637262-7483-9F43-A425-2A50FAE31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3" name="Freeform 39">
              <a:extLst>
                <a:ext uri="{FF2B5EF4-FFF2-40B4-BE49-F238E27FC236}">
                  <a16:creationId xmlns:a16="http://schemas.microsoft.com/office/drawing/2014/main" id="{2E3E7145-2B02-8142-A82F-FFCA717D61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54" name="Freeform 41">
              <a:extLst>
                <a:ext uri="{FF2B5EF4-FFF2-40B4-BE49-F238E27FC236}">
                  <a16:creationId xmlns:a16="http://schemas.microsoft.com/office/drawing/2014/main" id="{33EA453D-E925-4C4C-A1E9-D54E82602D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55" name="Freeform 43">
              <a:extLst>
                <a:ext uri="{FF2B5EF4-FFF2-40B4-BE49-F238E27FC236}">
                  <a16:creationId xmlns:a16="http://schemas.microsoft.com/office/drawing/2014/main" id="{CBA4AF6C-8831-A34A-91A3-CC6ED3566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56" name="Freeform 44">
              <a:extLst>
                <a:ext uri="{FF2B5EF4-FFF2-40B4-BE49-F238E27FC236}">
                  <a16:creationId xmlns:a16="http://schemas.microsoft.com/office/drawing/2014/main" id="{8B12A352-6C2B-B94E-82E0-45D881BB7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1032" name="Picture 8" descr="Spring for GraphQL - Part 2 (GraphQL Subscriptions)">
            <a:extLst>
              <a:ext uri="{FF2B5EF4-FFF2-40B4-BE49-F238E27FC236}">
                <a16:creationId xmlns:a16="http://schemas.microsoft.com/office/drawing/2014/main" id="{9E86E070-7433-003E-4EA4-BA2D407D38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917371" y="1328800"/>
            <a:ext cx="6812911" cy="2683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58" name="Straight Connector 1057">
            <a:extLst>
              <a:ext uri="{FF2B5EF4-FFF2-40B4-BE49-F238E27FC236}">
                <a16:creationId xmlns:a16="http://schemas.microsoft.com/office/drawing/2014/main" id="{F1B96028-BC88-E342-92F9-2077614638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3">
            <a:extLst>
              <a:ext uri="{FF2B5EF4-FFF2-40B4-BE49-F238E27FC236}">
                <a16:creationId xmlns:a16="http://schemas.microsoft.com/office/drawing/2014/main" id="{64D60F08-DF12-A8FB-F474-8A4C3C75C2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10" y="113030"/>
            <a:ext cx="2019237" cy="863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13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F749C1-D430-B136-4B90-EDA4912E7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6400999" cy="1268984"/>
          </a:xfrm>
        </p:spPr>
        <p:txBody>
          <a:bodyPr>
            <a:normAutofit/>
          </a:bodyPr>
          <a:lstStyle/>
          <a:p>
            <a:r>
              <a:rPr lang="es-PE" dirty="0"/>
              <a:t>Temario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F783A1-B607-DE0E-8EBD-55F799970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0" y="2160016"/>
            <a:ext cx="6400999" cy="3601212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s-PE" dirty="0"/>
              <a:t>Problemas reales de REST</a:t>
            </a:r>
          </a:p>
          <a:p>
            <a:pPr marL="457200" indent="-457200">
              <a:buFont typeface="+mj-lt"/>
              <a:buAutoNum type="arabicPeriod"/>
            </a:pPr>
            <a:r>
              <a:rPr lang="es-PE" dirty="0"/>
              <a:t>GraphQL con Spring Boot (schema, resolvers)</a:t>
            </a:r>
          </a:p>
          <a:p>
            <a:pPr marL="457200" indent="-457200">
              <a:buFont typeface="+mj-lt"/>
              <a:buAutoNum type="arabicPeriod"/>
            </a:pPr>
            <a:r>
              <a:rPr lang="es-PE" dirty="0"/>
              <a:t>Aprende a usar Apollo Client</a:t>
            </a:r>
          </a:p>
          <a:p>
            <a:pPr marL="457200" indent="-457200">
              <a:buFont typeface="+mj-lt"/>
              <a:buAutoNum type="arabicPeriod"/>
            </a:pPr>
            <a:r>
              <a:rPr lang="es-PE" dirty="0"/>
              <a:t>Demo (query, mutation)</a:t>
            </a:r>
          </a:p>
        </p:txBody>
      </p:sp>
      <p:grpSp>
        <p:nvGrpSpPr>
          <p:cNvPr id="2057" name="Group 2056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2058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59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60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61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2063" name="Straight Connector 2062">
            <a:extLst>
              <a:ext uri="{FF2B5EF4-FFF2-40B4-BE49-F238E27FC236}">
                <a16:creationId xmlns:a16="http://schemas.microsoft.com/office/drawing/2014/main" id="{EEA70831-9A8D-3B4D-8EA5-EE32F93E9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640437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Qué es GraphQL? - return(GiS);">
            <a:extLst>
              <a:ext uri="{FF2B5EF4-FFF2-40B4-BE49-F238E27FC236}">
                <a16:creationId xmlns:a16="http://schemas.microsoft.com/office/drawing/2014/main" id="{36508D8F-231F-2B4B-846A-D68E80981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34656" y="1423446"/>
            <a:ext cx="4002456" cy="4002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7891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39" name="Rectangle 313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A8C709-B6A9-2D6A-5706-070255063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r>
              <a:rPr lang="es-PE" dirty="0"/>
              <a:t>¿Qué es REST?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B48EFD-C00A-2495-E37A-AB2BE792D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59" cy="3601212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s-PE" dirty="0"/>
              <a:t>Definición de REST:</a:t>
            </a:r>
          </a:p>
          <a:p>
            <a:pPr>
              <a:lnSpc>
                <a:spcPct val="90000"/>
              </a:lnSpc>
            </a:pPr>
            <a:r>
              <a:rPr lang="es-PE" dirty="0"/>
              <a:t>Un estilo arquitectónico para servicios web, basado en el protocolo HTTP.</a:t>
            </a:r>
          </a:p>
          <a:p>
            <a:pPr>
              <a:lnSpc>
                <a:spcPct val="90000"/>
              </a:lnSpc>
            </a:pPr>
            <a:r>
              <a:rPr lang="es-PE" dirty="0"/>
              <a:t>Permite acceder a los recursos utilizando métodos HTTP (GET, POST, PUT, DELETE).</a:t>
            </a:r>
          </a:p>
        </p:txBody>
      </p:sp>
      <p:pic>
        <p:nvPicPr>
          <p:cNvPr id="3078" name="Picture 6" descr="API REST">
            <a:extLst>
              <a:ext uri="{FF2B5EF4-FFF2-40B4-BE49-F238E27FC236}">
                <a16:creationId xmlns:a16="http://schemas.microsoft.com/office/drawing/2014/main" id="{F3994253-7C24-2848-F3DE-7E9788A46E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06596" y="995370"/>
            <a:ext cx="6430513" cy="4858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141" name="Group 3140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3142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43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44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45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3147" name="Straight Connector 3146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3399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8AF63-E4E0-074F-F29B-44D8FC456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7F96B8-482C-8C37-E6F3-2829C6A32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</p:spPr>
        <p:txBody>
          <a:bodyPr>
            <a:normAutofit/>
          </a:bodyPr>
          <a:lstStyle/>
          <a:p>
            <a:r>
              <a:rPr lang="es-PE" dirty="0"/>
              <a:t>Problemas reales de REST</a:t>
            </a:r>
            <a:endParaRPr lang="es-PE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5FF700-0832-7346-B31E-5F46CCA10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6" name="Freeform 37">
              <a:extLst>
                <a:ext uri="{FF2B5EF4-FFF2-40B4-BE49-F238E27FC236}">
                  <a16:creationId xmlns:a16="http://schemas.microsoft.com/office/drawing/2014/main" id="{277D9C66-EBCA-9E4E-9915-3C23A41552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 38">
              <a:extLst>
                <a:ext uri="{FF2B5EF4-FFF2-40B4-BE49-F238E27FC236}">
                  <a16:creationId xmlns:a16="http://schemas.microsoft.com/office/drawing/2014/main" id="{77EB4077-104B-084E-957D-3961E1A7B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39">
              <a:extLst>
                <a:ext uri="{FF2B5EF4-FFF2-40B4-BE49-F238E27FC236}">
                  <a16:creationId xmlns:a16="http://schemas.microsoft.com/office/drawing/2014/main" id="{4357416B-B608-7C4E-A39F-CC8411421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40">
              <a:extLst>
                <a:ext uri="{FF2B5EF4-FFF2-40B4-BE49-F238E27FC236}">
                  <a16:creationId xmlns:a16="http://schemas.microsoft.com/office/drawing/2014/main" id="{C9272918-42EA-B449-A3F1-EE3EA89D9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41">
              <a:extLst>
                <a:ext uri="{FF2B5EF4-FFF2-40B4-BE49-F238E27FC236}">
                  <a16:creationId xmlns:a16="http://schemas.microsoft.com/office/drawing/2014/main" id="{B17F1055-397A-B748-8042-F50B0EE39B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42">
              <a:extLst>
                <a:ext uri="{FF2B5EF4-FFF2-40B4-BE49-F238E27FC236}">
                  <a16:creationId xmlns:a16="http://schemas.microsoft.com/office/drawing/2014/main" id="{4B446987-771D-B443-A9EA-9D342077D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aphicFrame>
        <p:nvGraphicFramePr>
          <p:cNvPr id="6" name="Marcador de contenido 2">
            <a:extLst>
              <a:ext uri="{FF2B5EF4-FFF2-40B4-BE49-F238E27FC236}">
                <a16:creationId xmlns:a16="http://schemas.microsoft.com/office/drawing/2014/main" id="{F92DF7BE-750A-A216-0EA2-564FD18C55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5756169"/>
              </p:ext>
            </p:extLst>
          </p:nvPr>
        </p:nvGraphicFramePr>
        <p:xfrm>
          <a:off x="2514468" y="2180552"/>
          <a:ext cx="7163064" cy="34006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1276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F65E68-FD30-1952-E683-9C62F047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64" name="Rectangle 6163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865627A-A24E-A42C-0250-A40136107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PE" dirty="0"/>
              <a:t>¿Qué es GraphQL?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6DC1053-47E2-3325-EFF4-C99FAFB8B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59" cy="36012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PE" dirty="0"/>
              <a:t>Definición de GraphQL:</a:t>
            </a:r>
          </a:p>
          <a:p>
            <a:r>
              <a:rPr lang="es-PE" dirty="0"/>
              <a:t>Un lenguaje de consulta para APIs que permite obtener solo los datos necesarios.</a:t>
            </a:r>
          </a:p>
        </p:txBody>
      </p:sp>
      <p:pic>
        <p:nvPicPr>
          <p:cNvPr id="6146" name="Picture 2" descr="What is GraphQL? Introduction to Types, Use Cases, and Schema">
            <a:extLst>
              <a:ext uri="{FF2B5EF4-FFF2-40B4-BE49-F238E27FC236}">
                <a16:creationId xmlns:a16="http://schemas.microsoft.com/office/drawing/2014/main" id="{F8520682-68B3-5DD9-2282-93FE1695E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06596" y="1053424"/>
            <a:ext cx="6430513" cy="4742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166" name="Group 6165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6167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68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69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70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6172" name="Straight Connector 6171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8197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2329CAA-7045-0963-9598-1B561E333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</p:spPr>
        <p:txBody>
          <a:bodyPr>
            <a:normAutofit/>
          </a:bodyPr>
          <a:lstStyle/>
          <a:p>
            <a:r>
              <a:rPr lang="es-PE" dirty="0"/>
              <a:t>Ventajas de GraphQL</a:t>
            </a:r>
            <a:endParaRPr lang="es-PE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5824CF1-E973-7D48-9ECB-68CF79EC0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2E3676FA-670C-C6F8-2FA0-08B2CCA78E2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8660313"/>
              </p:ext>
            </p:extLst>
          </p:nvPr>
        </p:nvGraphicFramePr>
        <p:xfrm>
          <a:off x="967562" y="2497074"/>
          <a:ext cx="10249787" cy="32639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31852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13" name="Rectangle 8212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912F68-6404-7551-2882-889763915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PE"/>
              <a:t>Diferencias con REST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4074EF9-7EF7-6973-C698-71461F79336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65151" y="2160016"/>
            <a:ext cx="4133559" cy="36012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s-PE" altLang="es-PE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El cliente define qué datos necesita (no el servidor).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s-PE" altLang="es-PE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Permite obtener datos anidados en una sola solicitud.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s-PE" altLang="es-PE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195" name="Picture 3" descr="What is GraphQL? Examples and Why Switch from REST API?">
            <a:extLst>
              <a:ext uri="{FF2B5EF4-FFF2-40B4-BE49-F238E27FC236}">
                <a16:creationId xmlns:a16="http://schemas.microsoft.com/office/drawing/2014/main" id="{27388FCA-C880-9ADC-C1D5-1B4020537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06596" y="1495521"/>
            <a:ext cx="6430513" cy="3858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215" name="Group 8214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8216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17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18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19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8221" name="Straight Connector 8220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3356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A8B42A-DE16-4825-DEDA-422B7DFE3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27" name="Rectangle 8226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229" name="Group 8228">
            <a:extLst>
              <a:ext uri="{FF2B5EF4-FFF2-40B4-BE49-F238E27FC236}">
                <a16:creationId xmlns:a16="http://schemas.microsoft.com/office/drawing/2014/main" id="{7A00BDF4-7643-A942-A588-F24E4E09AA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8230" name="Freeform 32">
              <a:extLst>
                <a:ext uri="{FF2B5EF4-FFF2-40B4-BE49-F238E27FC236}">
                  <a16:creationId xmlns:a16="http://schemas.microsoft.com/office/drawing/2014/main" id="{90B25A21-16B9-8D47-928B-2367A0B8C0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31" name="Freeform 34">
              <a:extLst>
                <a:ext uri="{FF2B5EF4-FFF2-40B4-BE49-F238E27FC236}">
                  <a16:creationId xmlns:a16="http://schemas.microsoft.com/office/drawing/2014/main" id="{E5E64190-3AC0-0A48-9917-5FAE935A8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32" name="Freeform 47">
              <a:extLst>
                <a:ext uri="{FF2B5EF4-FFF2-40B4-BE49-F238E27FC236}">
                  <a16:creationId xmlns:a16="http://schemas.microsoft.com/office/drawing/2014/main" id="{AE71CDB8-B430-F14E-99C8-E6AAB8E21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33" name="Freeform 48">
              <a:extLst>
                <a:ext uri="{FF2B5EF4-FFF2-40B4-BE49-F238E27FC236}">
                  <a16:creationId xmlns:a16="http://schemas.microsoft.com/office/drawing/2014/main" id="{DCA37B0A-FCCC-7642-B70D-56AD50049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76C7392-5CBA-FD06-A259-DFB2BD3F0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4243" y="770890"/>
            <a:ext cx="640099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PE" dirty="0"/>
              <a:t>Arquitectura de GraphQL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7935A70-6625-6E24-CEFB-F3711AF6329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24243" y="2160016"/>
            <a:ext cx="6400999" cy="36012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s-PE" altLang="es-PE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Schema: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Define los tipos de datos y las operaciones que se pueden hacer.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s-PE" altLang="es-PE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Tipos en GraphQL: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Escalares: Números, cadenas, booleanos.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Objetos: Representaciones de entidades como Usuario, Producto.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Listas: Listas de objetos.</a:t>
            </a:r>
          </a:p>
        </p:txBody>
      </p:sp>
      <p:pic>
        <p:nvPicPr>
          <p:cNvPr id="8210" name="Picture 8209" descr="Abstract background">
            <a:extLst>
              <a:ext uri="{FF2B5EF4-FFF2-40B4-BE49-F238E27FC236}">
                <a16:creationId xmlns:a16="http://schemas.microsoft.com/office/drawing/2014/main" id="{81D732C1-A583-9EBE-1F35-239DCC51CD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076" r="10178"/>
          <a:stretch>
            <a:fillRect/>
          </a:stretch>
        </p:blipFill>
        <p:spPr>
          <a:xfrm>
            <a:off x="20" y="1"/>
            <a:ext cx="4657325" cy="6857999"/>
          </a:xfrm>
          <a:prstGeom prst="rect">
            <a:avLst/>
          </a:prstGeom>
        </p:spPr>
      </p:pic>
      <p:cxnSp>
        <p:nvCxnSpPr>
          <p:cNvPr id="8235" name="Straight Connector 8234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24243" y="6087110"/>
            <a:ext cx="640099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363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1D0C5D-7952-B48E-AC13-3C43D698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15" name="Rectangle 8214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217" name="Group 8216">
            <a:extLst>
              <a:ext uri="{FF2B5EF4-FFF2-40B4-BE49-F238E27FC236}">
                <a16:creationId xmlns:a16="http://schemas.microsoft.com/office/drawing/2014/main" id="{7A00BDF4-7643-A942-A588-F24E4E09AA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8218" name="Freeform 32">
              <a:extLst>
                <a:ext uri="{FF2B5EF4-FFF2-40B4-BE49-F238E27FC236}">
                  <a16:creationId xmlns:a16="http://schemas.microsoft.com/office/drawing/2014/main" id="{90B25A21-16B9-8D47-928B-2367A0B8C0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19" name="Freeform 34">
              <a:extLst>
                <a:ext uri="{FF2B5EF4-FFF2-40B4-BE49-F238E27FC236}">
                  <a16:creationId xmlns:a16="http://schemas.microsoft.com/office/drawing/2014/main" id="{E5E64190-3AC0-0A48-9917-5FAE935A8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20" name="Freeform 47">
              <a:extLst>
                <a:ext uri="{FF2B5EF4-FFF2-40B4-BE49-F238E27FC236}">
                  <a16:creationId xmlns:a16="http://schemas.microsoft.com/office/drawing/2014/main" id="{AE71CDB8-B430-F14E-99C8-E6AAB8E21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21" name="Freeform 48">
              <a:extLst>
                <a:ext uri="{FF2B5EF4-FFF2-40B4-BE49-F238E27FC236}">
                  <a16:creationId xmlns:a16="http://schemas.microsoft.com/office/drawing/2014/main" id="{DCA37B0A-FCCC-7642-B70D-56AD50049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64999306-B67F-41A1-1771-8DF56B33C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4243" y="770890"/>
            <a:ext cx="640099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PE" dirty="0"/>
              <a:t>Arquitectura de GraphQL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103324B-B74B-E2C1-4946-34CC658EA5F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24243" y="2160016"/>
            <a:ext cx="6400999" cy="36012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s-PE" altLang="es-PE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Operaciones: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Queries: Para obtener datos.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Mutations: Para modificar datos</a:t>
            </a:r>
            <a:r>
              <a:rPr lang="es-PE" altLang="es-PE" dirty="0">
                <a:latin typeface="Arial" panose="020B0604020202020204" pitchFamily="34" charset="0"/>
              </a:rPr>
              <a:t>.</a:t>
            </a:r>
            <a:endParaRPr kumimoji="0" lang="es-PE" altLang="es-PE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210" name="Picture 8209" descr="Abstract background">
            <a:extLst>
              <a:ext uri="{FF2B5EF4-FFF2-40B4-BE49-F238E27FC236}">
                <a16:creationId xmlns:a16="http://schemas.microsoft.com/office/drawing/2014/main" id="{942C2EB8-A4FC-81A8-38AB-CEB41EDF37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076" r="10178"/>
          <a:stretch>
            <a:fillRect/>
          </a:stretch>
        </p:blipFill>
        <p:spPr>
          <a:xfrm>
            <a:off x="20" y="1"/>
            <a:ext cx="4657325" cy="6857999"/>
          </a:xfrm>
          <a:prstGeom prst="rect">
            <a:avLst/>
          </a:prstGeom>
        </p:spPr>
      </p:pic>
      <p:cxnSp>
        <p:nvCxnSpPr>
          <p:cNvPr id="8223" name="Straight Connector 8222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24243" y="6087110"/>
            <a:ext cx="640099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3588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CCA505-A2E1-1C86-7AC4-E34533CB7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PE" sz="2800"/>
              <a:t>Configuración de GraphQL en Spring Boot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7699F9-5318-CFC8-362A-8493E897BD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59" cy="36012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PE" dirty="0"/>
              <a:t>Dependencias necesarias:</a:t>
            </a:r>
          </a:p>
          <a:p>
            <a:r>
              <a:rPr lang="es-PE" dirty="0"/>
              <a:t>spring-boot-starter-graphql para integración con Spring Boot.</a:t>
            </a:r>
          </a:p>
          <a:p>
            <a:pPr marL="0" indent="0">
              <a:buNone/>
            </a:pPr>
            <a:r>
              <a:rPr lang="es-PE" dirty="0"/>
              <a:t>Definir el Schema:</a:t>
            </a:r>
          </a:p>
          <a:p>
            <a:r>
              <a:rPr lang="es-PE" dirty="0"/>
              <a:t>Creación de un archivo .graphqls que describe los tipos y las operaciones.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8AB8610-E1E7-B12E-F310-93A055267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596" y="1575902"/>
            <a:ext cx="6430513" cy="369754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4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40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B6AB10-F5B5-73AA-DB78-7FD8BBB6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5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7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6C321DA-1EDE-3E4B-8B73-6477B2C6D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DC13524B-3A91-1E40-840D-09EDE65E0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 85">
              <a:extLst>
                <a:ext uri="{FF2B5EF4-FFF2-40B4-BE49-F238E27FC236}">
                  <a16:creationId xmlns:a16="http://schemas.microsoft.com/office/drawing/2014/main" id="{E03B804C-EF61-0141-A6AB-D81EDA5AC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86">
              <a:extLst>
                <a:ext uri="{FF2B5EF4-FFF2-40B4-BE49-F238E27FC236}">
                  <a16:creationId xmlns:a16="http://schemas.microsoft.com/office/drawing/2014/main" id="{CAB80ED1-EE7D-3843-9750-C6C8C5F8EC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 87">
              <a:extLst>
                <a:ext uri="{FF2B5EF4-FFF2-40B4-BE49-F238E27FC236}">
                  <a16:creationId xmlns:a16="http://schemas.microsoft.com/office/drawing/2014/main" id="{8BCD1EDB-B320-594D-86D1-7A73424B23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" name="Freeform 88">
              <a:extLst>
                <a:ext uri="{FF2B5EF4-FFF2-40B4-BE49-F238E27FC236}">
                  <a16:creationId xmlns:a16="http://schemas.microsoft.com/office/drawing/2014/main" id="{A6B97414-A09F-8647-823F-295A0FEF5D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2" name="Freeform 89">
              <a:extLst>
                <a:ext uri="{FF2B5EF4-FFF2-40B4-BE49-F238E27FC236}">
                  <a16:creationId xmlns:a16="http://schemas.microsoft.com/office/drawing/2014/main" id="{BA92AD33-EF27-124E-AF6E-9BA5401EC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3" name="Freeform 98">
              <a:extLst>
                <a:ext uri="{FF2B5EF4-FFF2-40B4-BE49-F238E27FC236}">
                  <a16:creationId xmlns:a16="http://schemas.microsoft.com/office/drawing/2014/main" id="{24B8C792-BD2C-6D48-93EE-D615EF38F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7775A71-A549-CBA2-A003-ABAC1425B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6648" y="768334"/>
            <a:ext cx="4025901" cy="286640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/>
              <a:t>Creación de Resolvers en Spring Boot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E3119B2-E458-5CC7-C966-B718B4967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6650" y="4283239"/>
            <a:ext cx="4025900" cy="1475177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2000"/>
              <a:t>Resolver: Función que implementa la lógica de una consulta o mutación.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48701B4-887A-3DE8-FAF9-4FCF4FD30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89" y="1264349"/>
            <a:ext cx="6150394" cy="4320651"/>
          </a:xfrm>
          <a:prstGeom prst="rect">
            <a:avLst/>
          </a:prstGeom>
        </p:spPr>
      </p:pic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EA70831-9A8D-3B4D-8EA5-EE32F93E9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486649" y="6087110"/>
            <a:ext cx="4134537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27274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2B357-1ECE-5587-FB33-9D0E9BDA1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21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62" name="Oval 22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4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5" name="Oval 25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26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27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9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Oval 30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31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32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33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6" name="Oval 36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37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38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3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4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5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86" name="Straight Connector 47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7" name="Rectangle 49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8" name="Group 51">
            <a:extLst>
              <a:ext uri="{FF2B5EF4-FFF2-40B4-BE49-F238E27FC236}">
                <a16:creationId xmlns:a16="http://schemas.microsoft.com/office/drawing/2014/main" id="{26C321DA-1EDE-3E4B-8B73-6477B2C6D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89" name="Oval 52">
              <a:extLst>
                <a:ext uri="{FF2B5EF4-FFF2-40B4-BE49-F238E27FC236}">
                  <a16:creationId xmlns:a16="http://schemas.microsoft.com/office/drawing/2014/main" id="{DC13524B-3A91-1E40-840D-09EDE65E0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Freeform 85">
              <a:extLst>
                <a:ext uri="{FF2B5EF4-FFF2-40B4-BE49-F238E27FC236}">
                  <a16:creationId xmlns:a16="http://schemas.microsoft.com/office/drawing/2014/main" id="{E03B804C-EF61-0141-A6AB-D81EDA5AC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1" name="Freeform 86">
              <a:extLst>
                <a:ext uri="{FF2B5EF4-FFF2-40B4-BE49-F238E27FC236}">
                  <a16:creationId xmlns:a16="http://schemas.microsoft.com/office/drawing/2014/main" id="{CAB80ED1-EE7D-3843-9750-C6C8C5F8EC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" name="Freeform 87">
              <a:extLst>
                <a:ext uri="{FF2B5EF4-FFF2-40B4-BE49-F238E27FC236}">
                  <a16:creationId xmlns:a16="http://schemas.microsoft.com/office/drawing/2014/main" id="{8BCD1EDB-B320-594D-86D1-7A73424B23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7" name="Freeform 88">
              <a:extLst>
                <a:ext uri="{FF2B5EF4-FFF2-40B4-BE49-F238E27FC236}">
                  <a16:creationId xmlns:a16="http://schemas.microsoft.com/office/drawing/2014/main" id="{A6B97414-A09F-8647-823F-295A0FEF5D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3" name="Freeform 89">
              <a:extLst>
                <a:ext uri="{FF2B5EF4-FFF2-40B4-BE49-F238E27FC236}">
                  <a16:creationId xmlns:a16="http://schemas.microsoft.com/office/drawing/2014/main" id="{BA92AD33-EF27-124E-AF6E-9BA5401EC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98">
              <a:extLst>
                <a:ext uri="{FF2B5EF4-FFF2-40B4-BE49-F238E27FC236}">
                  <a16:creationId xmlns:a16="http://schemas.microsoft.com/office/drawing/2014/main" id="{24B8C792-BD2C-6D48-93EE-D615EF38F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282A58F8-6299-855B-7162-56A9776D5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6648" y="768334"/>
            <a:ext cx="4025901" cy="286640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/>
              <a:t>Creación de Resolvers en Spring Boot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ED24C99-4BC8-48B0-D699-25E31A6F3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6650" y="4283239"/>
            <a:ext cx="4025900" cy="1475177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2000"/>
              <a:t>Resolver: Función que implementa la lógica de una consulta o mutación.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0A1067C-1687-D42D-2BF3-A429995A6B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89" y="1494989"/>
            <a:ext cx="6150394" cy="3859371"/>
          </a:xfrm>
          <a:prstGeom prst="rect">
            <a:avLst/>
          </a:prstGeom>
        </p:spPr>
      </p:pic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A70831-9A8D-3B4D-8EA5-EE32F93E9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486649" y="6087110"/>
            <a:ext cx="4134537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2079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47" name="Rectangle 10246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95CD1F-48EF-0EDD-386B-2E293505E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89"/>
            <a:ext cx="4541445" cy="1587449"/>
          </a:xfrm>
        </p:spPr>
        <p:txBody>
          <a:bodyPr>
            <a:normAutofit/>
          </a:bodyPr>
          <a:lstStyle/>
          <a:p>
            <a:r>
              <a:rPr lang="es-PE" dirty="0"/>
              <a:t>¿Qué es Apollo Client?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94258C-718B-C9FA-F88E-52E473674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5706" y="817197"/>
            <a:ext cx="5457725" cy="1541148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s-PE" dirty="0"/>
              <a:t>Apollo Client es una librería que facilita la interacción con APIs GraphQL desde aplicaciones frontend.</a:t>
            </a:r>
            <a:endParaRPr lang="es-PE"/>
          </a:p>
          <a:p>
            <a:pPr>
              <a:lnSpc>
                <a:spcPct val="90000"/>
              </a:lnSpc>
            </a:pPr>
            <a:endParaRPr lang="es-PE"/>
          </a:p>
        </p:txBody>
      </p:sp>
      <p:pic>
        <p:nvPicPr>
          <p:cNvPr id="10242" name="Picture 2" descr="Getting Started With Apollo Client in Your React App | by Adhithi  Ravichandran | Medium">
            <a:extLst>
              <a:ext uri="{FF2B5EF4-FFF2-40B4-BE49-F238E27FC236}">
                <a16:creationId xmlns:a16="http://schemas.microsoft.com/office/drawing/2014/main" id="{6C111350-D45C-3BE7-205F-58771E096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31898" y="2691638"/>
            <a:ext cx="7924801" cy="3189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249" name="Group 10248">
            <a:extLst>
              <a:ext uri="{FF2B5EF4-FFF2-40B4-BE49-F238E27FC236}">
                <a16:creationId xmlns:a16="http://schemas.microsoft.com/office/drawing/2014/main" id="{05ADD15B-C747-D340-BF8A-A1DD2A6A9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0250" name="Freeform 53">
              <a:extLst>
                <a:ext uri="{FF2B5EF4-FFF2-40B4-BE49-F238E27FC236}">
                  <a16:creationId xmlns:a16="http://schemas.microsoft.com/office/drawing/2014/main" id="{0B0B662E-0152-FD4E-B468-3F3593C15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251" name="Freeform 55">
              <a:extLst>
                <a:ext uri="{FF2B5EF4-FFF2-40B4-BE49-F238E27FC236}">
                  <a16:creationId xmlns:a16="http://schemas.microsoft.com/office/drawing/2014/main" id="{81BFFC99-6B9D-F240-BD39-160F4C573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252" name="Freeform 57">
              <a:extLst>
                <a:ext uri="{FF2B5EF4-FFF2-40B4-BE49-F238E27FC236}">
                  <a16:creationId xmlns:a16="http://schemas.microsoft.com/office/drawing/2014/main" id="{4DC6AEB9-EEFF-D243-AEE2-42D0F9E53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253" name="Freeform 58">
              <a:extLst>
                <a:ext uri="{FF2B5EF4-FFF2-40B4-BE49-F238E27FC236}">
                  <a16:creationId xmlns:a16="http://schemas.microsoft.com/office/drawing/2014/main" id="{D89DA958-651D-0049-A549-A9D22E494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0255" name="Straight Connector 10254">
            <a:extLst>
              <a:ext uri="{FF2B5EF4-FFF2-40B4-BE49-F238E27FC236}">
                <a16:creationId xmlns:a16="http://schemas.microsoft.com/office/drawing/2014/main" id="{1FE039F1-6D47-C642-B506-452A83B0AB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4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38D776F-BBFD-5984-0E22-B0F7DEB18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</p:spPr>
        <p:txBody>
          <a:bodyPr>
            <a:normAutofit/>
          </a:bodyPr>
          <a:lstStyle/>
          <a:p>
            <a:r>
              <a:rPr lang="es-PE" dirty="0"/>
              <a:t>Beneficios de Apollo Client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5824CF1-E973-7D48-9ECB-68CF79EC0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E77D5DB6-4334-DFC4-135C-7FB41D5411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76449812"/>
              </p:ext>
            </p:extLst>
          </p:nvPr>
        </p:nvGraphicFramePr>
        <p:xfrm>
          <a:off x="967562" y="2497074"/>
          <a:ext cx="10249787" cy="32639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75550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59CE78B-7A50-5055-91AB-B3DABB039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89"/>
            <a:ext cx="4541445" cy="1587449"/>
          </a:xfrm>
        </p:spPr>
        <p:txBody>
          <a:bodyPr>
            <a:normAutofit/>
          </a:bodyPr>
          <a:lstStyle/>
          <a:p>
            <a:r>
              <a:rPr lang="es-PE" dirty="0"/>
              <a:t>Configuración de Apollo Client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DAFA63-A3DB-1EBF-8AC7-922E51B33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5706" y="817197"/>
            <a:ext cx="5457725" cy="1541148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s-PE" sz="2200"/>
              <a:t>Pasos de configuración:</a:t>
            </a:r>
          </a:p>
          <a:p>
            <a:pPr>
              <a:lnSpc>
                <a:spcPct val="90000"/>
              </a:lnSpc>
            </a:pPr>
            <a:r>
              <a:rPr lang="es-PE" sz="2200"/>
              <a:t>Instalar Apollo Client.</a:t>
            </a:r>
          </a:p>
          <a:p>
            <a:pPr>
              <a:lnSpc>
                <a:spcPct val="90000"/>
              </a:lnSpc>
            </a:pPr>
            <a:r>
              <a:rPr lang="es-PE" sz="2200"/>
              <a:t>Configurar la URL del servidor y la caché.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72307FB-C61C-C9B0-A4F4-CBA97E7126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89" y="2953016"/>
            <a:ext cx="10885620" cy="2666976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5ADD15B-C747-D340-BF8A-A1DD2A6A9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3" name="Freeform 53">
              <a:extLst>
                <a:ext uri="{FF2B5EF4-FFF2-40B4-BE49-F238E27FC236}">
                  <a16:creationId xmlns:a16="http://schemas.microsoft.com/office/drawing/2014/main" id="{0B0B662E-0152-FD4E-B468-3F3593C15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55">
              <a:extLst>
                <a:ext uri="{FF2B5EF4-FFF2-40B4-BE49-F238E27FC236}">
                  <a16:creationId xmlns:a16="http://schemas.microsoft.com/office/drawing/2014/main" id="{81BFFC99-6B9D-F240-BD39-160F4C573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57">
              <a:extLst>
                <a:ext uri="{FF2B5EF4-FFF2-40B4-BE49-F238E27FC236}">
                  <a16:creationId xmlns:a16="http://schemas.microsoft.com/office/drawing/2014/main" id="{4DC6AEB9-EEFF-D243-AEE2-42D0F9E53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 58">
              <a:extLst>
                <a:ext uri="{FF2B5EF4-FFF2-40B4-BE49-F238E27FC236}">
                  <a16:creationId xmlns:a16="http://schemas.microsoft.com/office/drawing/2014/main" id="{D89DA958-651D-0049-A549-A9D22E494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E039F1-6D47-C642-B506-452A83B0AB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194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290BD46-FEA0-4534-B5D7-6859A3E73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4" y="765768"/>
            <a:ext cx="6402597" cy="1063244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/>
              <a:t>Configuración de Apollo Client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CFFF971-DAC9-F44B-9F22-4B030B6B6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41" name="Freeform 39">
              <a:extLst>
                <a:ext uri="{FF2B5EF4-FFF2-40B4-BE49-F238E27FC236}">
                  <a16:creationId xmlns:a16="http://schemas.microsoft.com/office/drawing/2014/main" id="{2E3E7145-2B02-8142-A82F-FFCA717D61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33EA453D-E925-4C4C-A1E9-D54E82602D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 43">
              <a:extLst>
                <a:ext uri="{FF2B5EF4-FFF2-40B4-BE49-F238E27FC236}">
                  <a16:creationId xmlns:a16="http://schemas.microsoft.com/office/drawing/2014/main" id="{CBA4AF6C-8831-A34A-91A3-CC6ED3566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8B12A352-6C2B-B94E-82E0-45D881BB7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AB90D9F5-B4A2-2116-13E1-C08A452AB4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67355" y="2169236"/>
            <a:ext cx="7653887" cy="3712134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1D4F49C-5EE1-6C4F-858E-AE02CC2CD5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7328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29F3B0B-E4A0-818E-F925-065634CBD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4" y="4818126"/>
            <a:ext cx="6402597" cy="106324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Demo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CFFF971-DAC9-F44B-9F22-4B030B6B6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A637262-7483-9F43-A425-2A50FAE31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Freeform 39">
              <a:extLst>
                <a:ext uri="{FF2B5EF4-FFF2-40B4-BE49-F238E27FC236}">
                  <a16:creationId xmlns:a16="http://schemas.microsoft.com/office/drawing/2014/main" id="{2E3E7145-2B02-8142-A82F-FFCA717D61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 41">
              <a:extLst>
                <a:ext uri="{FF2B5EF4-FFF2-40B4-BE49-F238E27FC236}">
                  <a16:creationId xmlns:a16="http://schemas.microsoft.com/office/drawing/2014/main" id="{33EA453D-E925-4C4C-A1E9-D54E82602D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5" name="Freeform 43">
              <a:extLst>
                <a:ext uri="{FF2B5EF4-FFF2-40B4-BE49-F238E27FC236}">
                  <a16:creationId xmlns:a16="http://schemas.microsoft.com/office/drawing/2014/main" id="{CBA4AF6C-8831-A34A-91A3-CC6ED3566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Freeform 44">
              <a:extLst>
                <a:ext uri="{FF2B5EF4-FFF2-40B4-BE49-F238E27FC236}">
                  <a16:creationId xmlns:a16="http://schemas.microsoft.com/office/drawing/2014/main" id="{8B12A352-6C2B-B94E-82E0-45D881BB7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74426484-7A00-A138-8A7A-CA124183F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161" y="1934412"/>
            <a:ext cx="10885620" cy="2585334"/>
          </a:xfrm>
          <a:prstGeom prst="rect">
            <a:avLst/>
          </a:prstGeom>
        </p:spPr>
      </p:pic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B96028-BC88-E342-92F9-2077614638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5797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BDB1D-17AA-8140-B216-35CBA8C9E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2" name="Freeform 34">
              <a:extLst>
                <a:ext uri="{FF2B5EF4-FFF2-40B4-BE49-F238E27FC236}">
                  <a16:creationId xmlns:a16="http://schemas.microsoft.com/office/drawing/2014/main" id="{98E3FFBE-BCB2-4744-8CA3-BC11F11AD4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BBD5B432-1551-644A-B937-54EFF42011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BDCFB512-5A0E-0143-B5B7-6A965E100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50">
              <a:extLst>
                <a:ext uri="{FF2B5EF4-FFF2-40B4-BE49-F238E27FC236}">
                  <a16:creationId xmlns:a16="http://schemas.microsoft.com/office/drawing/2014/main" id="{EEDAA716-EDDF-5941-A55E-C12C893A39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12B6A223-417F-26B7-4422-83C6F9271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280" y="770890"/>
            <a:ext cx="4133560" cy="1268984"/>
          </a:xfrm>
        </p:spPr>
        <p:txBody>
          <a:bodyPr>
            <a:normAutofit/>
          </a:bodyPr>
          <a:lstStyle/>
          <a:p>
            <a:r>
              <a:rPr lang="es-PE" dirty="0"/>
              <a:t>Conclusión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0A7DAE4-38FE-FD7C-A448-5F9EC12520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93280" y="2160016"/>
            <a:ext cx="4133560" cy="360121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PE" b="1" dirty="0"/>
              <a:t>Problemas de REST</a:t>
            </a:r>
            <a:r>
              <a:rPr lang="es-PE" dirty="0"/>
              <a:t>: Sobrecarga de datos, falta de flexibilidad, escalabilidad.</a:t>
            </a:r>
            <a:endParaRPr lang="es-PE"/>
          </a:p>
          <a:p>
            <a:pPr>
              <a:lnSpc>
                <a:spcPct val="90000"/>
              </a:lnSpc>
            </a:pPr>
            <a:r>
              <a:rPr lang="es-PE" b="1" dirty="0"/>
              <a:t>GraphQL</a:t>
            </a:r>
            <a:r>
              <a:rPr lang="es-PE" dirty="0"/>
              <a:t>: Una solución eficiente y flexible.</a:t>
            </a:r>
            <a:endParaRPr lang="es-PE"/>
          </a:p>
          <a:p>
            <a:pPr>
              <a:lnSpc>
                <a:spcPct val="90000"/>
              </a:lnSpc>
            </a:pPr>
            <a:r>
              <a:rPr lang="es-PE" b="1" dirty="0"/>
              <a:t>Apollo Client</a:t>
            </a:r>
            <a:r>
              <a:rPr lang="es-PE" dirty="0"/>
              <a:t>: Facilita la interacción con GraphQL desde el frontend.</a:t>
            </a:r>
            <a:endParaRPr lang="es-PE"/>
          </a:p>
        </p:txBody>
      </p:sp>
      <p:pic>
        <p:nvPicPr>
          <p:cNvPr id="5" name="Picture 4" descr="An abstract design with lines and financial symbols">
            <a:extLst>
              <a:ext uri="{FF2B5EF4-FFF2-40B4-BE49-F238E27FC236}">
                <a16:creationId xmlns:a16="http://schemas.microsoft.com/office/drawing/2014/main" id="{6F31C21E-FCEC-1E5D-1FE4-CDD96273F8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969" r="16861"/>
          <a:stretch>
            <a:fillRect/>
          </a:stretch>
        </p:blipFill>
        <p:spPr>
          <a:xfrm>
            <a:off x="20" y="1"/>
            <a:ext cx="6927143" cy="6857999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493279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346332"/>
      </p:ext>
    </p:extLst>
  </p:cSld>
  <p:clrMapOvr>
    <a:masterClrMapping/>
  </p:clrMapOvr>
</p:sld>
</file>

<file path=ppt/theme/theme1.xml><?xml version="1.0" encoding="utf-8"?>
<a:theme xmlns:a="http://schemas.openxmlformats.org/drawingml/2006/main" name="PunchcardVTI">
  <a:themeElements>
    <a:clrScheme name="Punchcard">
      <a:dk1>
        <a:srgbClr val="000000"/>
      </a:dk1>
      <a:lt1>
        <a:srgbClr val="FFFFFF"/>
      </a:lt1>
      <a:dk2>
        <a:srgbClr val="00224B"/>
      </a:dk2>
      <a:lt2>
        <a:srgbClr val="EFF0EF"/>
      </a:lt2>
      <a:accent1>
        <a:srgbClr val="00B2F3"/>
      </a:accent1>
      <a:accent2>
        <a:srgbClr val="0471CC"/>
      </a:accent2>
      <a:accent3>
        <a:srgbClr val="14BBA9"/>
      </a:accent3>
      <a:accent4>
        <a:srgbClr val="8BB93B"/>
      </a:accent4>
      <a:accent5>
        <a:srgbClr val="EC970C"/>
      </a:accent5>
      <a:accent6>
        <a:srgbClr val="F55822"/>
      </a:accent6>
      <a:hlink>
        <a:srgbClr val="008EE6"/>
      </a:hlink>
      <a:folHlink>
        <a:srgbClr val="808C8E"/>
      </a:folHlink>
    </a:clrScheme>
    <a:fontScheme name="Punchcard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nchcardVTI" id="{C7262591-AF98-8F48-B56D-6342D2439B1A}" vid="{261D9F73-974A-B14E-9EAF-4871CCA60BB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474</TotalTime>
  <Words>384</Words>
  <Application>Microsoft Macintosh PowerPoint</Application>
  <PresentationFormat>Panorámica</PresentationFormat>
  <Paragraphs>60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1" baseType="lpstr">
      <vt:lpstr>Arial</vt:lpstr>
      <vt:lpstr>Neue Haas Grotesk Text Pro</vt:lpstr>
      <vt:lpstr>PunchcardVTI</vt:lpstr>
      <vt:lpstr>GraphQL en Spring Boot para APIs modernas</vt:lpstr>
      <vt:lpstr>Temario</vt:lpstr>
      <vt:lpstr>¿Qué es REST?</vt:lpstr>
      <vt:lpstr>Problemas reales de REST</vt:lpstr>
      <vt:lpstr>¿Qué es GraphQL?</vt:lpstr>
      <vt:lpstr>Ventajas de GraphQL</vt:lpstr>
      <vt:lpstr>Diferencias con REST</vt:lpstr>
      <vt:lpstr>Arquitectura de GraphQL</vt:lpstr>
      <vt:lpstr>Arquitectura de GraphQL</vt:lpstr>
      <vt:lpstr>Configuración de GraphQL en Spring Boot</vt:lpstr>
      <vt:lpstr>Creación de Resolvers en Spring Boot</vt:lpstr>
      <vt:lpstr>Creación de Resolvers en Spring Boot</vt:lpstr>
      <vt:lpstr>¿Qué es Apollo Client?</vt:lpstr>
      <vt:lpstr>Beneficios de Apollo Client</vt:lpstr>
      <vt:lpstr>Configuración de Apollo Client</vt:lpstr>
      <vt:lpstr>Configuración de Apollo Client</vt:lpstr>
      <vt:lpstr>Demo</vt:lpstr>
      <vt:lpstr>Conclusión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Renzo Jesús Romero Pajuelo</dc:creator>
  <cp:lastModifiedBy>pxrerome (romero pajuelo, renzo jesús)</cp:lastModifiedBy>
  <cp:revision>3</cp:revision>
  <dcterms:created xsi:type="dcterms:W3CDTF">2026-02-26T16:07:02Z</dcterms:created>
  <dcterms:modified xsi:type="dcterms:W3CDTF">2026-06-30T05:15:37Z</dcterms:modified>
</cp:coreProperties>
</file>